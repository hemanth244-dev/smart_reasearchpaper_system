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media/image7.jpeg" ContentType="image/jpeg"/>
  <Override PartName="/ppt/media/image8.jpeg" ContentType="image/jpeg"/>
  <Override PartName="/ppt/media/image9.jpeg" ContentType="image/jpeg"/>
  <Override PartName="/ppt/media/image10.jpeg" ContentType="image/jpeg"/>
  <Override PartName="/ppt/media/image11.jpeg" ContentType="image/jpeg"/>
  <Override PartName="/ppt/media/image12.jpeg" ContentType="image/jpeg"/>
  <Override PartName="/ppt/media/image13.jpeg" ContentType="image/jpeg"/>
  <Override PartName="/ppt/media/image14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entury Gothic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entury Gothic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entury Gothic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entury Gothic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entury Gothic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entury Gothic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entury Gothic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entury Gothic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entury Gothic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4EA"/>
          </a:solidFill>
        </a:fill>
      </a:tcStyle>
    </a:wholeTbl>
    <a:band2H>
      <a:tcTxStyle b="def" i="def"/>
      <a:tcStyle>
        <a:tcBdr/>
        <a:fill>
          <a:solidFill>
            <a:srgbClr val="E6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EEF1"/>
          </a:solidFill>
        </a:fill>
      </a:tcStyle>
    </a:wholeTbl>
    <a:band2H>
      <a:tcTxStyle b="def" i="def"/>
      <a:tcStyle>
        <a:tcBdr/>
        <a:fill>
          <a:solidFill>
            <a:srgbClr val="E6F6F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9CE"/>
          </a:solidFill>
        </a:fill>
      </a:tcStyle>
    </a:wholeTbl>
    <a:band2H>
      <a:tcTxStyle b="def" i="def"/>
      <a:tcStyle>
        <a:tcBdr/>
        <a:fill>
          <a:solidFill>
            <a:srgbClr val="F0F4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FFF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FFF">
              <a:alpha val="20000"/>
            </a:srgbClr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Shape 25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57" name="Shape 25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defTabSz="457200" latinLnBrk="0">
      <a:defRPr sz="1200">
        <a:solidFill>
          <a:srgbClr val="FFFFFF"/>
        </a:solidFill>
        <a:latin typeface="+mn-lt"/>
        <a:ea typeface="+mn-ea"/>
        <a:cs typeface="+mn-cs"/>
        <a:sym typeface="Century Gothic"/>
      </a:defRPr>
    </a:lvl1pPr>
    <a:lvl2pPr indent="228600" defTabSz="457200" latinLnBrk="0">
      <a:defRPr sz="1200">
        <a:solidFill>
          <a:srgbClr val="FFFFFF"/>
        </a:solidFill>
        <a:latin typeface="+mn-lt"/>
        <a:ea typeface="+mn-ea"/>
        <a:cs typeface="+mn-cs"/>
        <a:sym typeface="Century Gothic"/>
      </a:defRPr>
    </a:lvl2pPr>
    <a:lvl3pPr indent="457200" defTabSz="457200" latinLnBrk="0">
      <a:defRPr sz="1200">
        <a:solidFill>
          <a:srgbClr val="FFFFFF"/>
        </a:solidFill>
        <a:latin typeface="+mn-lt"/>
        <a:ea typeface="+mn-ea"/>
        <a:cs typeface="+mn-cs"/>
        <a:sym typeface="Century Gothic"/>
      </a:defRPr>
    </a:lvl3pPr>
    <a:lvl4pPr indent="685800" defTabSz="457200" latinLnBrk="0">
      <a:defRPr sz="1200">
        <a:solidFill>
          <a:srgbClr val="FFFFFF"/>
        </a:solidFill>
        <a:latin typeface="+mn-lt"/>
        <a:ea typeface="+mn-ea"/>
        <a:cs typeface="+mn-cs"/>
        <a:sym typeface="Century Gothic"/>
      </a:defRPr>
    </a:lvl4pPr>
    <a:lvl5pPr indent="914400" defTabSz="457200" latinLnBrk="0">
      <a:defRPr sz="1200">
        <a:solidFill>
          <a:srgbClr val="FFFFFF"/>
        </a:solidFill>
        <a:latin typeface="+mn-lt"/>
        <a:ea typeface="+mn-ea"/>
        <a:cs typeface="+mn-cs"/>
        <a:sym typeface="Century Gothic"/>
      </a:defRPr>
    </a:lvl5pPr>
    <a:lvl6pPr indent="1143000" defTabSz="457200" latinLnBrk="0">
      <a:defRPr sz="1200">
        <a:solidFill>
          <a:srgbClr val="FFFFFF"/>
        </a:solidFill>
        <a:latin typeface="+mn-lt"/>
        <a:ea typeface="+mn-ea"/>
        <a:cs typeface="+mn-cs"/>
        <a:sym typeface="Century Gothic"/>
      </a:defRPr>
    </a:lvl6pPr>
    <a:lvl7pPr indent="1371600" defTabSz="457200" latinLnBrk="0">
      <a:defRPr sz="1200">
        <a:solidFill>
          <a:srgbClr val="FFFFFF"/>
        </a:solidFill>
        <a:latin typeface="+mn-lt"/>
        <a:ea typeface="+mn-ea"/>
        <a:cs typeface="+mn-cs"/>
        <a:sym typeface="Century Gothic"/>
      </a:defRPr>
    </a:lvl7pPr>
    <a:lvl8pPr indent="1600200" defTabSz="457200" latinLnBrk="0">
      <a:defRPr sz="1200">
        <a:solidFill>
          <a:srgbClr val="FFFFFF"/>
        </a:solidFill>
        <a:latin typeface="+mn-lt"/>
        <a:ea typeface="+mn-ea"/>
        <a:cs typeface="+mn-cs"/>
        <a:sym typeface="Century Gothic"/>
      </a:defRPr>
    </a:lvl8pPr>
    <a:lvl9pPr indent="1828800" defTabSz="457200" latinLnBrk="0">
      <a:defRPr sz="1200">
        <a:solidFill>
          <a:srgbClr val="FFFFFF"/>
        </a:solidFill>
        <a:latin typeface="+mn-lt"/>
        <a:ea typeface="+mn-ea"/>
        <a:cs typeface="+mn-cs"/>
        <a:sym typeface="Century Gothic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0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rcRect l="3613" t="0" r="0" b="0"/>
          <a:stretch>
            <a:fillRect/>
          </a:stretch>
        </p:blipFill>
        <p:spPr>
          <a:xfrm>
            <a:off x="0" y="2669684"/>
            <a:ext cx="4037013" cy="4188316"/>
          </a:xfrm>
          <a:prstGeom prst="rect">
            <a:avLst/>
          </a:prstGeom>
          <a:ln w="12700">
            <a:miter lim="400000"/>
          </a:ln>
        </p:spPr>
      </p:pic>
      <p:pic>
        <p:nvPicPr>
          <p:cNvPr id="18" name="Picture 6" descr="Picture 6"/>
          <p:cNvPicPr>
            <a:picLocks noChangeAspect="1"/>
          </p:cNvPicPr>
          <p:nvPr/>
        </p:nvPicPr>
        <p:blipFill>
          <a:blip r:embed="rId3">
            <a:extLst/>
          </a:blip>
          <a:srcRect l="35640" t="0" r="0" b="0"/>
          <a:stretch>
            <a:fillRect/>
          </a:stretch>
        </p:blipFill>
        <p:spPr>
          <a:xfrm>
            <a:off x="-1" y="2892346"/>
            <a:ext cx="1522414" cy="2365454"/>
          </a:xfrm>
          <a:prstGeom prst="rect">
            <a:avLst/>
          </a:prstGeom>
          <a:ln w="12700">
            <a:miter lim="400000"/>
          </a:ln>
        </p:spPr>
      </p:pic>
      <p:sp>
        <p:nvSpPr>
          <p:cNvPr id="19" name="Oval 15"/>
          <p:cNvSpPr/>
          <p:nvPr/>
        </p:nvSpPr>
        <p:spPr>
          <a:xfrm>
            <a:off x="8609011" y="1676400"/>
            <a:ext cx="2819401" cy="2819400"/>
          </a:xfrm>
          <a:prstGeom prst="ellipse">
            <a:avLst/>
          </a:prstGeom>
          <a:gradFill>
            <a:gsLst>
              <a:gs pos="0">
                <a:srgbClr val="82B1E5">
                  <a:alpha val="7000"/>
                </a:srgbClr>
              </a:gs>
              <a:gs pos="36000">
                <a:srgbClr val="82B1E5">
                  <a:alpha val="6000"/>
                </a:srgbClr>
              </a:gs>
              <a:gs pos="69000">
                <a:srgbClr val="82B1E5">
                  <a:alpha val="0"/>
                </a:srgbClr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20" name="Picture 8" descr="Picture 8"/>
          <p:cNvPicPr>
            <a:picLocks noChangeAspect="1"/>
          </p:cNvPicPr>
          <p:nvPr/>
        </p:nvPicPr>
        <p:blipFill>
          <a:blip r:embed="rId4">
            <a:extLst/>
          </a:blip>
          <a:srcRect l="0" t="28812" r="0" b="0"/>
          <a:stretch>
            <a:fillRect/>
          </a:stretch>
        </p:blipFill>
        <p:spPr>
          <a:xfrm>
            <a:off x="7999411" y="-1"/>
            <a:ext cx="1603388" cy="1141408"/>
          </a:xfrm>
          <a:prstGeom prst="rect">
            <a:avLst/>
          </a:prstGeom>
          <a:ln w="12700">
            <a:miter lim="400000"/>
          </a:ln>
        </p:spPr>
      </p:pic>
      <p:pic>
        <p:nvPicPr>
          <p:cNvPr id="21" name="Picture 9" descr="Picture 9"/>
          <p:cNvPicPr>
            <a:picLocks noChangeAspect="1"/>
          </p:cNvPicPr>
          <p:nvPr/>
        </p:nvPicPr>
        <p:blipFill>
          <a:blip r:embed="rId5">
            <a:extLst/>
          </a:blip>
          <a:srcRect l="0" t="0" r="0" b="23320"/>
          <a:stretch>
            <a:fillRect/>
          </a:stretch>
        </p:blipFill>
        <p:spPr>
          <a:xfrm>
            <a:off x="8609011" y="6096000"/>
            <a:ext cx="993735" cy="762000"/>
          </a:xfrm>
          <a:prstGeom prst="rect">
            <a:avLst/>
          </a:prstGeom>
          <a:ln w="12700">
            <a:miter lim="400000"/>
          </a:ln>
        </p:spPr>
      </p:pic>
      <p:sp>
        <p:nvSpPr>
          <p:cNvPr id="22" name="Rectangle 13"/>
          <p:cNvSpPr/>
          <p:nvPr/>
        </p:nvSpPr>
        <p:spPr>
          <a:xfrm>
            <a:off x="10437811" y="0"/>
            <a:ext cx="685801" cy="11430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45000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" name="Title Text"/>
          <p:cNvSpPr txBox="1"/>
          <p:nvPr>
            <p:ph type="title"/>
          </p:nvPr>
        </p:nvSpPr>
        <p:spPr>
          <a:xfrm>
            <a:off x="1154954" y="1447800"/>
            <a:ext cx="8825660" cy="3329581"/>
          </a:xfrm>
          <a:prstGeom prst="rect">
            <a:avLst/>
          </a:prstGeom>
        </p:spPr>
        <p:txBody>
          <a:bodyPr anchor="b">
            <a:normAutofit fontScale="100000" lnSpcReduction="0"/>
          </a:bodyPr>
          <a:lstStyle>
            <a:lvl1pPr>
              <a:defRPr sz="7200"/>
            </a:lvl1pPr>
          </a:lstStyle>
          <a:p>
            <a:pPr/>
            <a:r>
              <a:t>Title Text</a:t>
            </a:r>
          </a:p>
        </p:txBody>
      </p:sp>
      <p:sp>
        <p:nvSpPr>
          <p:cNvPr id="24" name="Body Level One…"/>
          <p:cNvSpPr txBox="1"/>
          <p:nvPr>
            <p:ph type="body" sz="quarter" idx="1"/>
          </p:nvPr>
        </p:nvSpPr>
        <p:spPr>
          <a:xfrm>
            <a:off x="1154954" y="4777380"/>
            <a:ext cx="8825660" cy="861421"/>
          </a:xfrm>
          <a:prstGeom prst="rect">
            <a:avLst/>
          </a:prstGeom>
        </p:spPr>
        <p:txBody>
          <a:bodyPr/>
          <a:lstStyle>
            <a:lvl1pPr marL="0" indent="0">
              <a:buClrTx/>
              <a:buSzTx/>
              <a:buNone/>
              <a:defRPr cap="all">
                <a:solidFill>
                  <a:schemeClr val="accent1"/>
                </a:solidFill>
              </a:defRPr>
            </a:lvl1pPr>
            <a:lvl2pPr marL="0" indent="457200">
              <a:buClrTx/>
              <a:buSzTx/>
              <a:buNone/>
              <a:defRPr cap="all">
                <a:solidFill>
                  <a:schemeClr val="accent1"/>
                </a:solidFill>
              </a:defRPr>
            </a:lvl2pPr>
            <a:lvl3pPr marL="0" indent="914400">
              <a:buClrTx/>
              <a:buSzTx/>
              <a:buNone/>
              <a:defRPr cap="all">
                <a:solidFill>
                  <a:schemeClr val="accent1"/>
                </a:solidFill>
              </a:defRPr>
            </a:lvl3pPr>
            <a:lvl4pPr marL="0" indent="1371600">
              <a:buClrTx/>
              <a:buSzTx/>
              <a:buNone/>
              <a:defRPr cap="all">
                <a:solidFill>
                  <a:schemeClr val="accent1"/>
                </a:solidFill>
              </a:defRPr>
            </a:lvl4pPr>
            <a:lvl5pPr marL="0" indent="1828800">
              <a:buClrTx/>
              <a:buSzTx/>
              <a:buNone/>
              <a:defRPr cap="all">
                <a:solidFill>
                  <a:schemeClr val="accent1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rcRect l="3613" t="0" r="0" b="0"/>
          <a:stretch>
            <a:fillRect/>
          </a:stretch>
        </p:blipFill>
        <p:spPr>
          <a:xfrm>
            <a:off x="0" y="2669684"/>
            <a:ext cx="4037013" cy="4188316"/>
          </a:xfrm>
          <a:prstGeom prst="rect">
            <a:avLst/>
          </a:prstGeom>
          <a:ln w="12700">
            <a:miter lim="400000"/>
          </a:ln>
        </p:spPr>
      </p:pic>
      <p:pic>
        <p:nvPicPr>
          <p:cNvPr id="33" name="Picture 6" descr="Picture 6"/>
          <p:cNvPicPr>
            <a:picLocks noChangeAspect="1"/>
          </p:cNvPicPr>
          <p:nvPr/>
        </p:nvPicPr>
        <p:blipFill>
          <a:blip r:embed="rId3">
            <a:extLst/>
          </a:blip>
          <a:srcRect l="35640" t="0" r="0" b="0"/>
          <a:stretch>
            <a:fillRect/>
          </a:stretch>
        </p:blipFill>
        <p:spPr>
          <a:xfrm>
            <a:off x="-1" y="2892346"/>
            <a:ext cx="1522414" cy="2365454"/>
          </a:xfrm>
          <a:prstGeom prst="rect">
            <a:avLst/>
          </a:prstGeom>
          <a:ln w="12700">
            <a:miter lim="400000"/>
          </a:ln>
        </p:spPr>
      </p:pic>
      <p:sp>
        <p:nvSpPr>
          <p:cNvPr id="34" name="Oval 15"/>
          <p:cNvSpPr/>
          <p:nvPr/>
        </p:nvSpPr>
        <p:spPr>
          <a:xfrm>
            <a:off x="8609011" y="1676400"/>
            <a:ext cx="2819401" cy="2819400"/>
          </a:xfrm>
          <a:prstGeom prst="ellipse">
            <a:avLst/>
          </a:prstGeom>
          <a:gradFill>
            <a:gsLst>
              <a:gs pos="0">
                <a:srgbClr val="82B1E5">
                  <a:alpha val="7000"/>
                </a:srgbClr>
              </a:gs>
              <a:gs pos="36000">
                <a:srgbClr val="82B1E5">
                  <a:alpha val="6000"/>
                </a:srgbClr>
              </a:gs>
              <a:gs pos="69000">
                <a:srgbClr val="82B1E5">
                  <a:alpha val="0"/>
                </a:srgbClr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35" name="Picture 8" descr="Picture 8"/>
          <p:cNvPicPr>
            <a:picLocks noChangeAspect="1"/>
          </p:cNvPicPr>
          <p:nvPr/>
        </p:nvPicPr>
        <p:blipFill>
          <a:blip r:embed="rId4">
            <a:extLst/>
          </a:blip>
          <a:srcRect l="0" t="28812" r="0" b="0"/>
          <a:stretch>
            <a:fillRect/>
          </a:stretch>
        </p:blipFill>
        <p:spPr>
          <a:xfrm>
            <a:off x="7999411" y="-1"/>
            <a:ext cx="1603388" cy="1141408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Picture 9" descr="Picture 9"/>
          <p:cNvPicPr>
            <a:picLocks noChangeAspect="1"/>
          </p:cNvPicPr>
          <p:nvPr/>
        </p:nvPicPr>
        <p:blipFill>
          <a:blip r:embed="rId5">
            <a:extLst/>
          </a:blip>
          <a:srcRect l="0" t="0" r="0" b="23320"/>
          <a:stretch>
            <a:fillRect/>
          </a:stretch>
        </p:blipFill>
        <p:spPr>
          <a:xfrm>
            <a:off x="8609011" y="6096000"/>
            <a:ext cx="993735" cy="762000"/>
          </a:xfrm>
          <a:prstGeom prst="rect">
            <a:avLst/>
          </a:prstGeom>
          <a:ln w="12700">
            <a:miter lim="400000"/>
          </a:ln>
        </p:spPr>
      </p:pic>
      <p:sp>
        <p:nvSpPr>
          <p:cNvPr id="37" name="Rectangle 13"/>
          <p:cNvSpPr/>
          <p:nvPr/>
        </p:nvSpPr>
        <p:spPr>
          <a:xfrm>
            <a:off x="10437811" y="0"/>
            <a:ext cx="685801" cy="11430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45000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" name="Title Text"/>
          <p:cNvSpPr txBox="1"/>
          <p:nvPr>
            <p:ph type="title"/>
          </p:nvPr>
        </p:nvSpPr>
        <p:spPr>
          <a:xfrm>
            <a:off x="646110" y="452718"/>
            <a:ext cx="9404724" cy="140053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idx="1"/>
          </p:nvPr>
        </p:nvSpPr>
        <p:spPr>
          <a:xfrm>
            <a:off x="1103312" y="2052917"/>
            <a:ext cx="8946541" cy="419548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rcRect l="3613" t="0" r="0" b="0"/>
          <a:stretch>
            <a:fillRect/>
          </a:stretch>
        </p:blipFill>
        <p:spPr>
          <a:xfrm>
            <a:off x="0" y="2669684"/>
            <a:ext cx="4037013" cy="4188316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Picture 6" descr="Picture 6"/>
          <p:cNvPicPr>
            <a:picLocks noChangeAspect="1"/>
          </p:cNvPicPr>
          <p:nvPr/>
        </p:nvPicPr>
        <p:blipFill>
          <a:blip r:embed="rId3">
            <a:extLst/>
          </a:blip>
          <a:srcRect l="35640" t="0" r="0" b="0"/>
          <a:stretch>
            <a:fillRect/>
          </a:stretch>
        </p:blipFill>
        <p:spPr>
          <a:xfrm>
            <a:off x="-1" y="2892346"/>
            <a:ext cx="1522414" cy="2365454"/>
          </a:xfrm>
          <a:prstGeom prst="rect">
            <a:avLst/>
          </a:prstGeom>
          <a:ln w="12700">
            <a:miter lim="400000"/>
          </a:ln>
        </p:spPr>
      </p:pic>
      <p:sp>
        <p:nvSpPr>
          <p:cNvPr id="49" name="Oval 15"/>
          <p:cNvSpPr/>
          <p:nvPr/>
        </p:nvSpPr>
        <p:spPr>
          <a:xfrm>
            <a:off x="8609011" y="1676400"/>
            <a:ext cx="2819401" cy="2819400"/>
          </a:xfrm>
          <a:prstGeom prst="ellipse">
            <a:avLst/>
          </a:prstGeom>
          <a:gradFill>
            <a:gsLst>
              <a:gs pos="0">
                <a:srgbClr val="82B1E5">
                  <a:alpha val="7000"/>
                </a:srgbClr>
              </a:gs>
              <a:gs pos="36000">
                <a:srgbClr val="82B1E5">
                  <a:alpha val="6000"/>
                </a:srgbClr>
              </a:gs>
              <a:gs pos="69000">
                <a:srgbClr val="82B1E5">
                  <a:alpha val="0"/>
                </a:srgbClr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50" name="Picture 8" descr="Picture 8"/>
          <p:cNvPicPr>
            <a:picLocks noChangeAspect="1"/>
          </p:cNvPicPr>
          <p:nvPr/>
        </p:nvPicPr>
        <p:blipFill>
          <a:blip r:embed="rId4">
            <a:extLst/>
          </a:blip>
          <a:srcRect l="0" t="28812" r="0" b="0"/>
          <a:stretch>
            <a:fillRect/>
          </a:stretch>
        </p:blipFill>
        <p:spPr>
          <a:xfrm>
            <a:off x="7999411" y="-1"/>
            <a:ext cx="1603388" cy="1141408"/>
          </a:xfrm>
          <a:prstGeom prst="rect">
            <a:avLst/>
          </a:prstGeom>
          <a:ln w="12700">
            <a:miter lim="400000"/>
          </a:ln>
        </p:spPr>
      </p:pic>
      <p:pic>
        <p:nvPicPr>
          <p:cNvPr id="51" name="Picture 9" descr="Picture 9"/>
          <p:cNvPicPr>
            <a:picLocks noChangeAspect="1"/>
          </p:cNvPicPr>
          <p:nvPr/>
        </p:nvPicPr>
        <p:blipFill>
          <a:blip r:embed="rId5">
            <a:extLst/>
          </a:blip>
          <a:srcRect l="0" t="0" r="0" b="23320"/>
          <a:stretch>
            <a:fillRect/>
          </a:stretch>
        </p:blipFill>
        <p:spPr>
          <a:xfrm>
            <a:off x="8609011" y="6096000"/>
            <a:ext cx="993735" cy="762000"/>
          </a:xfrm>
          <a:prstGeom prst="rect">
            <a:avLst/>
          </a:prstGeom>
          <a:ln w="12700">
            <a:miter lim="400000"/>
          </a:ln>
        </p:spPr>
      </p:pic>
      <p:sp>
        <p:nvSpPr>
          <p:cNvPr id="52" name="Rectangle 13"/>
          <p:cNvSpPr/>
          <p:nvPr/>
        </p:nvSpPr>
        <p:spPr>
          <a:xfrm>
            <a:off x="10437811" y="0"/>
            <a:ext cx="685801" cy="11430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45000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3" name="Title Text"/>
          <p:cNvSpPr txBox="1"/>
          <p:nvPr>
            <p:ph type="title"/>
          </p:nvPr>
        </p:nvSpPr>
        <p:spPr>
          <a:xfrm>
            <a:off x="1154955" y="2861733"/>
            <a:ext cx="8825658" cy="1915648"/>
          </a:xfrm>
          <a:prstGeom prst="rect">
            <a:avLst/>
          </a:prstGeom>
        </p:spPr>
        <p:txBody>
          <a:bodyPr anchor="b">
            <a:normAutofit fontScale="100000" lnSpcReduction="0"/>
          </a:bodyPr>
          <a:lstStyle>
            <a:lvl1pPr>
              <a:defRPr sz="4000"/>
            </a:lvl1pPr>
          </a:lstStyle>
          <a:p>
            <a:pPr/>
            <a:r>
              <a:t>Title Text</a:t>
            </a:r>
          </a:p>
        </p:txBody>
      </p:sp>
      <p:sp>
        <p:nvSpPr>
          <p:cNvPr id="54" name="Body Level One…"/>
          <p:cNvSpPr txBox="1"/>
          <p:nvPr>
            <p:ph type="body" sz="quarter" idx="1"/>
          </p:nvPr>
        </p:nvSpPr>
        <p:spPr>
          <a:xfrm>
            <a:off x="1154954" y="4777380"/>
            <a:ext cx="8825660" cy="860401"/>
          </a:xfrm>
          <a:prstGeom prst="rect">
            <a:avLst/>
          </a:prstGeom>
        </p:spPr>
        <p:txBody>
          <a:bodyPr/>
          <a:lstStyle>
            <a:lvl1pPr marL="0" indent="0">
              <a:buClrTx/>
              <a:buSzTx/>
              <a:buNone/>
              <a:defRPr cap="all">
                <a:solidFill>
                  <a:schemeClr val="accent1"/>
                </a:solidFill>
              </a:defRPr>
            </a:lvl1pPr>
            <a:lvl2pPr marL="0" indent="457200">
              <a:buClrTx/>
              <a:buSzTx/>
              <a:buNone/>
              <a:defRPr cap="all">
                <a:solidFill>
                  <a:schemeClr val="accent1"/>
                </a:solidFill>
              </a:defRPr>
            </a:lvl2pPr>
            <a:lvl3pPr marL="0" indent="914400">
              <a:buClrTx/>
              <a:buSzTx/>
              <a:buNone/>
              <a:defRPr cap="all">
                <a:solidFill>
                  <a:schemeClr val="accent1"/>
                </a:solidFill>
              </a:defRPr>
            </a:lvl3pPr>
            <a:lvl4pPr marL="0" indent="1371600">
              <a:buClrTx/>
              <a:buSzTx/>
              <a:buNone/>
              <a:defRPr cap="all">
                <a:solidFill>
                  <a:schemeClr val="accent1"/>
                </a:solidFill>
              </a:defRPr>
            </a:lvl4pPr>
            <a:lvl5pPr marL="0" indent="1828800">
              <a:buClrTx/>
              <a:buSzTx/>
              <a:buNone/>
              <a:defRPr cap="all">
                <a:solidFill>
                  <a:schemeClr val="accent1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rcRect l="3613" t="0" r="0" b="0"/>
          <a:stretch>
            <a:fillRect/>
          </a:stretch>
        </p:blipFill>
        <p:spPr>
          <a:xfrm>
            <a:off x="0" y="2669684"/>
            <a:ext cx="4037013" cy="4188316"/>
          </a:xfrm>
          <a:prstGeom prst="rect">
            <a:avLst/>
          </a:prstGeom>
          <a:ln w="12700">
            <a:miter lim="400000"/>
          </a:ln>
        </p:spPr>
      </p:pic>
      <p:pic>
        <p:nvPicPr>
          <p:cNvPr id="63" name="Picture 6" descr="Picture 6"/>
          <p:cNvPicPr>
            <a:picLocks noChangeAspect="1"/>
          </p:cNvPicPr>
          <p:nvPr/>
        </p:nvPicPr>
        <p:blipFill>
          <a:blip r:embed="rId3">
            <a:extLst/>
          </a:blip>
          <a:srcRect l="35640" t="0" r="0" b="0"/>
          <a:stretch>
            <a:fillRect/>
          </a:stretch>
        </p:blipFill>
        <p:spPr>
          <a:xfrm>
            <a:off x="-1" y="2892346"/>
            <a:ext cx="1522414" cy="2365454"/>
          </a:xfrm>
          <a:prstGeom prst="rect">
            <a:avLst/>
          </a:prstGeom>
          <a:ln w="12700">
            <a:miter lim="400000"/>
          </a:ln>
        </p:spPr>
      </p:pic>
      <p:sp>
        <p:nvSpPr>
          <p:cNvPr id="64" name="Oval 15"/>
          <p:cNvSpPr/>
          <p:nvPr/>
        </p:nvSpPr>
        <p:spPr>
          <a:xfrm>
            <a:off x="8609011" y="1676400"/>
            <a:ext cx="2819401" cy="2819400"/>
          </a:xfrm>
          <a:prstGeom prst="ellipse">
            <a:avLst/>
          </a:prstGeom>
          <a:gradFill>
            <a:gsLst>
              <a:gs pos="0">
                <a:srgbClr val="82B1E5">
                  <a:alpha val="7000"/>
                </a:srgbClr>
              </a:gs>
              <a:gs pos="36000">
                <a:srgbClr val="82B1E5">
                  <a:alpha val="6000"/>
                </a:srgbClr>
              </a:gs>
              <a:gs pos="69000">
                <a:srgbClr val="82B1E5">
                  <a:alpha val="0"/>
                </a:srgbClr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65" name="Picture 8" descr="Picture 8"/>
          <p:cNvPicPr>
            <a:picLocks noChangeAspect="1"/>
          </p:cNvPicPr>
          <p:nvPr/>
        </p:nvPicPr>
        <p:blipFill>
          <a:blip r:embed="rId4">
            <a:extLst/>
          </a:blip>
          <a:srcRect l="0" t="28812" r="0" b="0"/>
          <a:stretch>
            <a:fillRect/>
          </a:stretch>
        </p:blipFill>
        <p:spPr>
          <a:xfrm>
            <a:off x="7999411" y="-1"/>
            <a:ext cx="1603388" cy="1141408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Picture 9" descr="Picture 9"/>
          <p:cNvPicPr>
            <a:picLocks noChangeAspect="1"/>
          </p:cNvPicPr>
          <p:nvPr/>
        </p:nvPicPr>
        <p:blipFill>
          <a:blip r:embed="rId5">
            <a:extLst/>
          </a:blip>
          <a:srcRect l="0" t="0" r="0" b="23320"/>
          <a:stretch>
            <a:fillRect/>
          </a:stretch>
        </p:blipFill>
        <p:spPr>
          <a:xfrm>
            <a:off x="8609011" y="6096000"/>
            <a:ext cx="993735" cy="762000"/>
          </a:xfrm>
          <a:prstGeom prst="rect">
            <a:avLst/>
          </a:prstGeom>
          <a:ln w="12700">
            <a:miter lim="400000"/>
          </a:ln>
        </p:spPr>
      </p:pic>
      <p:sp>
        <p:nvSpPr>
          <p:cNvPr id="67" name="Rectangle 13"/>
          <p:cNvSpPr/>
          <p:nvPr/>
        </p:nvSpPr>
        <p:spPr>
          <a:xfrm>
            <a:off x="10437811" y="0"/>
            <a:ext cx="685801" cy="11430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45000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8" name="Title Text"/>
          <p:cNvSpPr txBox="1"/>
          <p:nvPr>
            <p:ph type="title"/>
          </p:nvPr>
        </p:nvSpPr>
        <p:spPr>
          <a:xfrm>
            <a:off x="646110" y="452718"/>
            <a:ext cx="9404724" cy="140053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69" name="Body Level One…"/>
          <p:cNvSpPr txBox="1"/>
          <p:nvPr>
            <p:ph type="body" sz="half" idx="1"/>
          </p:nvPr>
        </p:nvSpPr>
        <p:spPr>
          <a:xfrm>
            <a:off x="1103312" y="2060575"/>
            <a:ext cx="4396340" cy="4195763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 marL="778668" indent="-321468">
              <a:defRPr sz="1800"/>
            </a:lvl2pPr>
            <a:lvl3pPr marL="1208314" indent="-293914">
              <a:defRPr sz="1800"/>
            </a:lvl3pPr>
            <a:lvl4pPr marL="1714500" indent="-342900">
              <a:defRPr sz="1800"/>
            </a:lvl4pPr>
            <a:lvl5pPr marL="2171700" indent="-342900"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rcRect l="3613" t="0" r="0" b="0"/>
          <a:stretch>
            <a:fillRect/>
          </a:stretch>
        </p:blipFill>
        <p:spPr>
          <a:xfrm>
            <a:off x="0" y="2669684"/>
            <a:ext cx="4037013" cy="4188316"/>
          </a:xfrm>
          <a:prstGeom prst="rect">
            <a:avLst/>
          </a:prstGeom>
          <a:ln w="12700">
            <a:miter lim="400000"/>
          </a:ln>
        </p:spPr>
      </p:pic>
      <p:pic>
        <p:nvPicPr>
          <p:cNvPr id="78" name="Picture 6" descr="Picture 6"/>
          <p:cNvPicPr>
            <a:picLocks noChangeAspect="1"/>
          </p:cNvPicPr>
          <p:nvPr/>
        </p:nvPicPr>
        <p:blipFill>
          <a:blip r:embed="rId3">
            <a:extLst/>
          </a:blip>
          <a:srcRect l="35640" t="0" r="0" b="0"/>
          <a:stretch>
            <a:fillRect/>
          </a:stretch>
        </p:blipFill>
        <p:spPr>
          <a:xfrm>
            <a:off x="-1" y="2892346"/>
            <a:ext cx="1522414" cy="2365454"/>
          </a:xfrm>
          <a:prstGeom prst="rect">
            <a:avLst/>
          </a:prstGeom>
          <a:ln w="12700">
            <a:miter lim="400000"/>
          </a:ln>
        </p:spPr>
      </p:pic>
      <p:sp>
        <p:nvSpPr>
          <p:cNvPr id="79" name="Oval 15"/>
          <p:cNvSpPr/>
          <p:nvPr/>
        </p:nvSpPr>
        <p:spPr>
          <a:xfrm>
            <a:off x="8609011" y="1676400"/>
            <a:ext cx="2819401" cy="2819400"/>
          </a:xfrm>
          <a:prstGeom prst="ellipse">
            <a:avLst/>
          </a:prstGeom>
          <a:gradFill>
            <a:gsLst>
              <a:gs pos="0">
                <a:srgbClr val="82B1E5">
                  <a:alpha val="7000"/>
                </a:srgbClr>
              </a:gs>
              <a:gs pos="36000">
                <a:srgbClr val="82B1E5">
                  <a:alpha val="6000"/>
                </a:srgbClr>
              </a:gs>
              <a:gs pos="69000">
                <a:srgbClr val="82B1E5">
                  <a:alpha val="0"/>
                </a:srgbClr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80" name="Picture 8" descr="Picture 8"/>
          <p:cNvPicPr>
            <a:picLocks noChangeAspect="1"/>
          </p:cNvPicPr>
          <p:nvPr/>
        </p:nvPicPr>
        <p:blipFill>
          <a:blip r:embed="rId4">
            <a:extLst/>
          </a:blip>
          <a:srcRect l="0" t="28812" r="0" b="0"/>
          <a:stretch>
            <a:fillRect/>
          </a:stretch>
        </p:blipFill>
        <p:spPr>
          <a:xfrm>
            <a:off x="7999411" y="-1"/>
            <a:ext cx="1603388" cy="1141408"/>
          </a:xfrm>
          <a:prstGeom prst="rect">
            <a:avLst/>
          </a:prstGeom>
          <a:ln w="12700">
            <a:miter lim="400000"/>
          </a:ln>
        </p:spPr>
      </p:pic>
      <p:pic>
        <p:nvPicPr>
          <p:cNvPr id="81" name="Picture 9" descr="Picture 9"/>
          <p:cNvPicPr>
            <a:picLocks noChangeAspect="1"/>
          </p:cNvPicPr>
          <p:nvPr/>
        </p:nvPicPr>
        <p:blipFill>
          <a:blip r:embed="rId5">
            <a:extLst/>
          </a:blip>
          <a:srcRect l="0" t="0" r="0" b="23320"/>
          <a:stretch>
            <a:fillRect/>
          </a:stretch>
        </p:blipFill>
        <p:spPr>
          <a:xfrm>
            <a:off x="8609011" y="6096000"/>
            <a:ext cx="993735" cy="762000"/>
          </a:xfrm>
          <a:prstGeom prst="rect">
            <a:avLst/>
          </a:prstGeom>
          <a:ln w="12700">
            <a:miter lim="400000"/>
          </a:ln>
        </p:spPr>
      </p:pic>
      <p:sp>
        <p:nvSpPr>
          <p:cNvPr id="82" name="Rectangle 13"/>
          <p:cNvSpPr/>
          <p:nvPr/>
        </p:nvSpPr>
        <p:spPr>
          <a:xfrm>
            <a:off x="10437811" y="0"/>
            <a:ext cx="685801" cy="11430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45000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3" name="Title Text"/>
          <p:cNvSpPr txBox="1"/>
          <p:nvPr>
            <p:ph type="title"/>
          </p:nvPr>
        </p:nvSpPr>
        <p:spPr>
          <a:xfrm>
            <a:off x="646110" y="452718"/>
            <a:ext cx="9404724" cy="140053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103312" y="1905000"/>
            <a:ext cx="4396339" cy="576263"/>
          </a:xfrm>
          <a:prstGeom prst="rect">
            <a:avLst/>
          </a:prstGeom>
        </p:spPr>
        <p:txBody>
          <a:bodyPr anchor="b"/>
          <a:lstStyle>
            <a:lvl1pPr marL="0" indent="0">
              <a:buClrTx/>
              <a:buSzTx/>
              <a:buNone/>
              <a:defRPr sz="2400">
                <a:solidFill>
                  <a:schemeClr val="accent1"/>
                </a:solidFill>
              </a:defRPr>
            </a:lvl1pPr>
            <a:lvl2pPr marL="0" indent="457200">
              <a:buClrTx/>
              <a:buSzTx/>
              <a:buNone/>
              <a:defRPr sz="2400">
                <a:solidFill>
                  <a:schemeClr val="accent1"/>
                </a:solidFill>
              </a:defRPr>
            </a:lvl2pPr>
            <a:lvl3pPr marL="0" indent="914400">
              <a:buClrTx/>
              <a:buSzTx/>
              <a:buNone/>
              <a:defRPr sz="2400">
                <a:solidFill>
                  <a:schemeClr val="accent1"/>
                </a:solidFill>
              </a:defRPr>
            </a:lvl3pPr>
            <a:lvl4pPr marL="0" indent="1371600">
              <a:buClrTx/>
              <a:buSzTx/>
              <a:buNone/>
              <a:defRPr sz="2400">
                <a:solidFill>
                  <a:schemeClr val="accent1"/>
                </a:solidFill>
              </a:defRPr>
            </a:lvl4pPr>
            <a:lvl5pPr marL="0" indent="1828800">
              <a:buClrTx/>
              <a:buSzTx/>
              <a:buNone/>
              <a:defRPr sz="2400">
                <a:solidFill>
                  <a:schemeClr val="accent1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Text Placeholder 4"/>
          <p:cNvSpPr/>
          <p:nvPr>
            <p:ph type="body" sz="quarter" idx="21"/>
          </p:nvPr>
        </p:nvSpPr>
        <p:spPr>
          <a:xfrm>
            <a:off x="5654495" y="1904999"/>
            <a:ext cx="4396340" cy="576264"/>
          </a:xfrm>
          <a:prstGeom prst="rect">
            <a:avLst/>
          </a:prstGeom>
        </p:spPr>
        <p:txBody>
          <a:bodyPr anchor="b"/>
          <a:lstStyle/>
          <a:p>
            <a:pPr marL="0" indent="0">
              <a:buClrTx/>
              <a:buSzTx/>
              <a:buNone/>
              <a:defRPr sz="2400">
                <a:solidFill>
                  <a:schemeClr val="accent1"/>
                </a:solidFill>
              </a:defRPr>
            </a:pPr>
          </a:p>
        </p:txBody>
      </p:sp>
      <p:sp>
        <p:nvSpPr>
          <p:cNvPr id="8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rcRect l="3613" t="0" r="0" b="0"/>
          <a:stretch>
            <a:fillRect/>
          </a:stretch>
        </p:blipFill>
        <p:spPr>
          <a:xfrm>
            <a:off x="0" y="2669684"/>
            <a:ext cx="4037013" cy="4188316"/>
          </a:xfrm>
          <a:prstGeom prst="rect">
            <a:avLst/>
          </a:prstGeom>
          <a:ln w="12700">
            <a:miter lim="400000"/>
          </a:ln>
        </p:spPr>
      </p:pic>
      <p:pic>
        <p:nvPicPr>
          <p:cNvPr id="94" name="Picture 6" descr="Picture 6"/>
          <p:cNvPicPr>
            <a:picLocks noChangeAspect="1"/>
          </p:cNvPicPr>
          <p:nvPr/>
        </p:nvPicPr>
        <p:blipFill>
          <a:blip r:embed="rId3">
            <a:extLst/>
          </a:blip>
          <a:srcRect l="35640" t="0" r="0" b="0"/>
          <a:stretch>
            <a:fillRect/>
          </a:stretch>
        </p:blipFill>
        <p:spPr>
          <a:xfrm>
            <a:off x="-1" y="2892346"/>
            <a:ext cx="1522414" cy="2365454"/>
          </a:xfrm>
          <a:prstGeom prst="rect">
            <a:avLst/>
          </a:prstGeom>
          <a:ln w="12700">
            <a:miter lim="400000"/>
          </a:ln>
        </p:spPr>
      </p:pic>
      <p:sp>
        <p:nvSpPr>
          <p:cNvPr id="95" name="Oval 15"/>
          <p:cNvSpPr/>
          <p:nvPr/>
        </p:nvSpPr>
        <p:spPr>
          <a:xfrm>
            <a:off x="8609011" y="1676400"/>
            <a:ext cx="2819401" cy="2819400"/>
          </a:xfrm>
          <a:prstGeom prst="ellipse">
            <a:avLst/>
          </a:prstGeom>
          <a:gradFill>
            <a:gsLst>
              <a:gs pos="0">
                <a:srgbClr val="82B1E5">
                  <a:alpha val="7000"/>
                </a:srgbClr>
              </a:gs>
              <a:gs pos="36000">
                <a:srgbClr val="82B1E5">
                  <a:alpha val="6000"/>
                </a:srgbClr>
              </a:gs>
              <a:gs pos="69000">
                <a:srgbClr val="82B1E5">
                  <a:alpha val="0"/>
                </a:srgbClr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96" name="Picture 8" descr="Picture 8"/>
          <p:cNvPicPr>
            <a:picLocks noChangeAspect="1"/>
          </p:cNvPicPr>
          <p:nvPr/>
        </p:nvPicPr>
        <p:blipFill>
          <a:blip r:embed="rId4">
            <a:extLst/>
          </a:blip>
          <a:srcRect l="0" t="28812" r="0" b="0"/>
          <a:stretch>
            <a:fillRect/>
          </a:stretch>
        </p:blipFill>
        <p:spPr>
          <a:xfrm>
            <a:off x="7999411" y="-1"/>
            <a:ext cx="1603388" cy="1141408"/>
          </a:xfrm>
          <a:prstGeom prst="rect">
            <a:avLst/>
          </a:prstGeom>
          <a:ln w="12700">
            <a:miter lim="400000"/>
          </a:ln>
        </p:spPr>
      </p:pic>
      <p:pic>
        <p:nvPicPr>
          <p:cNvPr id="97" name="Picture 9" descr="Picture 9"/>
          <p:cNvPicPr>
            <a:picLocks noChangeAspect="1"/>
          </p:cNvPicPr>
          <p:nvPr/>
        </p:nvPicPr>
        <p:blipFill>
          <a:blip r:embed="rId5">
            <a:extLst/>
          </a:blip>
          <a:srcRect l="0" t="0" r="0" b="23320"/>
          <a:stretch>
            <a:fillRect/>
          </a:stretch>
        </p:blipFill>
        <p:spPr>
          <a:xfrm>
            <a:off x="8609011" y="6096000"/>
            <a:ext cx="993735" cy="762000"/>
          </a:xfrm>
          <a:prstGeom prst="rect">
            <a:avLst/>
          </a:prstGeom>
          <a:ln w="12700">
            <a:miter lim="400000"/>
          </a:ln>
        </p:spPr>
      </p:pic>
      <p:sp>
        <p:nvSpPr>
          <p:cNvPr id="98" name="Rectangle 13"/>
          <p:cNvSpPr/>
          <p:nvPr/>
        </p:nvSpPr>
        <p:spPr>
          <a:xfrm>
            <a:off x="10437811" y="0"/>
            <a:ext cx="685801" cy="11430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45000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9" name="Title Text"/>
          <p:cNvSpPr txBox="1"/>
          <p:nvPr>
            <p:ph type="title"/>
          </p:nvPr>
        </p:nvSpPr>
        <p:spPr>
          <a:xfrm>
            <a:off x="646110" y="452718"/>
            <a:ext cx="9404724" cy="140053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10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rcRect l="3613" t="0" r="0" b="0"/>
          <a:stretch>
            <a:fillRect/>
          </a:stretch>
        </p:blipFill>
        <p:spPr>
          <a:xfrm>
            <a:off x="0" y="2669684"/>
            <a:ext cx="4037013" cy="4188316"/>
          </a:xfrm>
          <a:prstGeom prst="rect">
            <a:avLst/>
          </a:prstGeom>
          <a:ln w="12700">
            <a:miter lim="400000"/>
          </a:ln>
        </p:spPr>
      </p:pic>
      <p:pic>
        <p:nvPicPr>
          <p:cNvPr id="115" name="Picture 6" descr="Picture 6"/>
          <p:cNvPicPr>
            <a:picLocks noChangeAspect="1"/>
          </p:cNvPicPr>
          <p:nvPr/>
        </p:nvPicPr>
        <p:blipFill>
          <a:blip r:embed="rId3">
            <a:extLst/>
          </a:blip>
          <a:srcRect l="35640" t="0" r="0" b="0"/>
          <a:stretch>
            <a:fillRect/>
          </a:stretch>
        </p:blipFill>
        <p:spPr>
          <a:xfrm>
            <a:off x="-1" y="2892346"/>
            <a:ext cx="1522414" cy="2365454"/>
          </a:xfrm>
          <a:prstGeom prst="rect">
            <a:avLst/>
          </a:prstGeom>
          <a:ln w="12700">
            <a:miter lim="400000"/>
          </a:ln>
        </p:spPr>
      </p:pic>
      <p:sp>
        <p:nvSpPr>
          <p:cNvPr id="116" name="Oval 15"/>
          <p:cNvSpPr/>
          <p:nvPr/>
        </p:nvSpPr>
        <p:spPr>
          <a:xfrm>
            <a:off x="8609011" y="1676400"/>
            <a:ext cx="2819401" cy="2819400"/>
          </a:xfrm>
          <a:prstGeom prst="ellipse">
            <a:avLst/>
          </a:prstGeom>
          <a:gradFill>
            <a:gsLst>
              <a:gs pos="0">
                <a:srgbClr val="82B1E5">
                  <a:alpha val="7000"/>
                </a:srgbClr>
              </a:gs>
              <a:gs pos="36000">
                <a:srgbClr val="82B1E5">
                  <a:alpha val="6000"/>
                </a:srgbClr>
              </a:gs>
              <a:gs pos="69000">
                <a:srgbClr val="82B1E5">
                  <a:alpha val="0"/>
                </a:srgbClr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17" name="Picture 8" descr="Picture 8"/>
          <p:cNvPicPr>
            <a:picLocks noChangeAspect="1"/>
          </p:cNvPicPr>
          <p:nvPr/>
        </p:nvPicPr>
        <p:blipFill>
          <a:blip r:embed="rId4">
            <a:extLst/>
          </a:blip>
          <a:srcRect l="0" t="28812" r="0" b="0"/>
          <a:stretch>
            <a:fillRect/>
          </a:stretch>
        </p:blipFill>
        <p:spPr>
          <a:xfrm>
            <a:off x="7999411" y="-1"/>
            <a:ext cx="1603388" cy="1141408"/>
          </a:xfrm>
          <a:prstGeom prst="rect">
            <a:avLst/>
          </a:prstGeom>
          <a:ln w="12700">
            <a:miter lim="400000"/>
          </a:ln>
        </p:spPr>
      </p:pic>
      <p:pic>
        <p:nvPicPr>
          <p:cNvPr id="118" name="Picture 9" descr="Picture 9"/>
          <p:cNvPicPr>
            <a:picLocks noChangeAspect="1"/>
          </p:cNvPicPr>
          <p:nvPr/>
        </p:nvPicPr>
        <p:blipFill>
          <a:blip r:embed="rId5">
            <a:extLst/>
          </a:blip>
          <a:srcRect l="0" t="0" r="0" b="23320"/>
          <a:stretch>
            <a:fillRect/>
          </a:stretch>
        </p:blipFill>
        <p:spPr>
          <a:xfrm>
            <a:off x="8609011" y="6096000"/>
            <a:ext cx="993735" cy="762000"/>
          </a:xfrm>
          <a:prstGeom prst="rect">
            <a:avLst/>
          </a:prstGeom>
          <a:ln w="12700">
            <a:miter lim="400000"/>
          </a:ln>
        </p:spPr>
      </p:pic>
      <p:sp>
        <p:nvSpPr>
          <p:cNvPr id="119" name="Rectangle 13"/>
          <p:cNvSpPr/>
          <p:nvPr/>
        </p:nvSpPr>
        <p:spPr>
          <a:xfrm>
            <a:off x="10437811" y="0"/>
            <a:ext cx="685801" cy="11430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45000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" name="Title Text"/>
          <p:cNvSpPr txBox="1"/>
          <p:nvPr>
            <p:ph type="title"/>
          </p:nvPr>
        </p:nvSpPr>
        <p:spPr>
          <a:xfrm>
            <a:off x="1154954" y="1447800"/>
            <a:ext cx="3401065" cy="1447800"/>
          </a:xfrm>
          <a:prstGeom prst="rect">
            <a:avLst/>
          </a:prstGeom>
        </p:spPr>
        <p:txBody>
          <a:bodyPr anchor="b">
            <a:normAutofit fontScale="100000" lnSpcReduction="0"/>
          </a:bodyPr>
          <a:lstStyle>
            <a:lvl1pPr>
              <a:defRPr sz="2400"/>
            </a:lvl1pPr>
          </a:lstStyle>
          <a:p>
            <a:pPr/>
            <a:r>
              <a:t>Title Text</a:t>
            </a:r>
          </a:p>
        </p:txBody>
      </p:sp>
      <p:sp>
        <p:nvSpPr>
          <p:cNvPr id="121" name="Body Level One…"/>
          <p:cNvSpPr txBox="1"/>
          <p:nvPr>
            <p:ph type="body" sz="half" idx="1"/>
          </p:nvPr>
        </p:nvSpPr>
        <p:spPr>
          <a:xfrm>
            <a:off x="4784616" y="1447800"/>
            <a:ext cx="5195998" cy="4572000"/>
          </a:xfrm>
          <a:prstGeom prst="rect">
            <a:avLst/>
          </a:prstGeom>
        </p:spPr>
        <p:txBody>
          <a:bodyPr anchor="ctr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2" name="Text Placeholder 3"/>
          <p:cNvSpPr/>
          <p:nvPr>
            <p:ph type="body" sz="quarter" idx="21"/>
          </p:nvPr>
        </p:nvSpPr>
        <p:spPr>
          <a:xfrm>
            <a:off x="1154954" y="3129279"/>
            <a:ext cx="3401063" cy="2895600"/>
          </a:xfrm>
          <a:prstGeom prst="rect">
            <a:avLst/>
          </a:prstGeom>
        </p:spPr>
        <p:txBody>
          <a:bodyPr/>
          <a:lstStyle/>
          <a:p>
            <a:pPr marL="0" indent="0">
              <a:buClrTx/>
              <a:buSzTx/>
              <a:buNone/>
              <a:defRPr sz="1400"/>
            </a:pPr>
          </a:p>
        </p:txBody>
      </p:sp>
      <p:sp>
        <p:nvSpPr>
          <p:cNvPr id="1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rcRect l="3613" t="0" r="0" b="0"/>
          <a:stretch>
            <a:fillRect/>
          </a:stretch>
        </p:blipFill>
        <p:spPr>
          <a:xfrm>
            <a:off x="0" y="2669684"/>
            <a:ext cx="4037013" cy="4188316"/>
          </a:xfrm>
          <a:prstGeom prst="rect">
            <a:avLst/>
          </a:prstGeom>
          <a:ln w="12700">
            <a:miter lim="400000"/>
          </a:ln>
        </p:spPr>
      </p:pic>
      <p:pic>
        <p:nvPicPr>
          <p:cNvPr id="131" name="Picture 6" descr="Picture 6"/>
          <p:cNvPicPr>
            <a:picLocks noChangeAspect="1"/>
          </p:cNvPicPr>
          <p:nvPr/>
        </p:nvPicPr>
        <p:blipFill>
          <a:blip r:embed="rId3">
            <a:extLst/>
          </a:blip>
          <a:srcRect l="35640" t="0" r="0" b="0"/>
          <a:stretch>
            <a:fillRect/>
          </a:stretch>
        </p:blipFill>
        <p:spPr>
          <a:xfrm>
            <a:off x="-1" y="2892346"/>
            <a:ext cx="1522414" cy="2365454"/>
          </a:xfrm>
          <a:prstGeom prst="rect">
            <a:avLst/>
          </a:prstGeom>
          <a:ln w="12700">
            <a:miter lim="400000"/>
          </a:ln>
        </p:spPr>
      </p:pic>
      <p:sp>
        <p:nvSpPr>
          <p:cNvPr id="132" name="Oval 15"/>
          <p:cNvSpPr/>
          <p:nvPr/>
        </p:nvSpPr>
        <p:spPr>
          <a:xfrm>
            <a:off x="8609011" y="1676400"/>
            <a:ext cx="2819401" cy="2819400"/>
          </a:xfrm>
          <a:prstGeom prst="ellipse">
            <a:avLst/>
          </a:prstGeom>
          <a:gradFill>
            <a:gsLst>
              <a:gs pos="0">
                <a:srgbClr val="82B1E5">
                  <a:alpha val="7000"/>
                </a:srgbClr>
              </a:gs>
              <a:gs pos="36000">
                <a:srgbClr val="82B1E5">
                  <a:alpha val="6000"/>
                </a:srgbClr>
              </a:gs>
              <a:gs pos="69000">
                <a:srgbClr val="82B1E5">
                  <a:alpha val="0"/>
                </a:srgbClr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33" name="Picture 8" descr="Picture 8"/>
          <p:cNvPicPr>
            <a:picLocks noChangeAspect="1"/>
          </p:cNvPicPr>
          <p:nvPr/>
        </p:nvPicPr>
        <p:blipFill>
          <a:blip r:embed="rId4">
            <a:extLst/>
          </a:blip>
          <a:srcRect l="0" t="28812" r="0" b="0"/>
          <a:stretch>
            <a:fillRect/>
          </a:stretch>
        </p:blipFill>
        <p:spPr>
          <a:xfrm>
            <a:off x="7999411" y="-1"/>
            <a:ext cx="1603388" cy="1141408"/>
          </a:xfrm>
          <a:prstGeom prst="rect">
            <a:avLst/>
          </a:prstGeom>
          <a:ln w="12700">
            <a:miter lim="400000"/>
          </a:ln>
        </p:spPr>
      </p:pic>
      <p:pic>
        <p:nvPicPr>
          <p:cNvPr id="134" name="Picture 9" descr="Picture 9"/>
          <p:cNvPicPr>
            <a:picLocks noChangeAspect="1"/>
          </p:cNvPicPr>
          <p:nvPr/>
        </p:nvPicPr>
        <p:blipFill>
          <a:blip r:embed="rId5">
            <a:extLst/>
          </a:blip>
          <a:srcRect l="0" t="0" r="0" b="23320"/>
          <a:stretch>
            <a:fillRect/>
          </a:stretch>
        </p:blipFill>
        <p:spPr>
          <a:xfrm>
            <a:off x="8609011" y="6096000"/>
            <a:ext cx="993735" cy="762000"/>
          </a:xfrm>
          <a:prstGeom prst="rect">
            <a:avLst/>
          </a:prstGeom>
          <a:ln w="12700">
            <a:miter lim="400000"/>
          </a:ln>
        </p:spPr>
      </p:pic>
      <p:sp>
        <p:nvSpPr>
          <p:cNvPr id="135" name="Rectangle 13"/>
          <p:cNvSpPr/>
          <p:nvPr/>
        </p:nvSpPr>
        <p:spPr>
          <a:xfrm>
            <a:off x="10437811" y="0"/>
            <a:ext cx="685801" cy="11430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45000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" name="Title Text"/>
          <p:cNvSpPr txBox="1"/>
          <p:nvPr>
            <p:ph type="title"/>
          </p:nvPr>
        </p:nvSpPr>
        <p:spPr>
          <a:xfrm>
            <a:off x="1153906" y="1854192"/>
            <a:ext cx="5092908" cy="1574809"/>
          </a:xfrm>
          <a:prstGeom prst="rect">
            <a:avLst/>
          </a:prstGeom>
        </p:spPr>
        <p:txBody>
          <a:bodyPr anchor="b">
            <a:normAutofit fontScale="100000" lnSpcReduction="0"/>
          </a:bodyPr>
          <a:lstStyle>
            <a:lvl1pPr>
              <a:defRPr sz="3600"/>
            </a:lvl1pPr>
          </a:lstStyle>
          <a:p>
            <a:pPr/>
            <a:r>
              <a:t>Title Text</a:t>
            </a:r>
          </a:p>
        </p:txBody>
      </p:sp>
      <p:sp>
        <p:nvSpPr>
          <p:cNvPr id="137" name="Picture Placeholder 2"/>
          <p:cNvSpPr/>
          <p:nvPr>
            <p:ph type="pic" sz="quarter" idx="21"/>
          </p:nvPr>
        </p:nvSpPr>
        <p:spPr>
          <a:xfrm>
            <a:off x="6949546" y="1143000"/>
            <a:ext cx="3200401" cy="4572000"/>
          </a:xfrm>
          <a:prstGeom prst="rect">
            <a:avLst/>
          </a:prstGeom>
          <a:effectLst>
            <a:outerShdw sx="100000" sy="100000" kx="0" ky="0" algn="b" rotWithShape="0" blurRad="50800" dist="50800" dir="5400000">
              <a:srgbClr val="000000">
                <a:alpha val="43000"/>
              </a:srgbClr>
            </a:outerShdw>
          </a:effectLst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138" name="Body Level One…"/>
          <p:cNvSpPr txBox="1"/>
          <p:nvPr>
            <p:ph type="body" sz="quarter" idx="1"/>
          </p:nvPr>
        </p:nvSpPr>
        <p:spPr>
          <a:xfrm>
            <a:off x="1154954" y="3657600"/>
            <a:ext cx="5084980" cy="1371600"/>
          </a:xfrm>
          <a:prstGeom prst="rect">
            <a:avLst/>
          </a:prstGeom>
        </p:spPr>
        <p:txBody>
          <a:bodyPr/>
          <a:lstStyle>
            <a:lvl1pPr marL="0" indent="0">
              <a:buClrTx/>
              <a:buSzTx/>
              <a:buNone/>
              <a:defRPr sz="1400"/>
            </a:lvl1pPr>
            <a:lvl2pPr marL="0" indent="457200">
              <a:buClrTx/>
              <a:buSzTx/>
              <a:buNone/>
              <a:defRPr sz="1400"/>
            </a:lvl2pPr>
            <a:lvl3pPr marL="0" indent="914400">
              <a:buClrTx/>
              <a:buSzTx/>
              <a:buNone/>
              <a:defRPr sz="1400"/>
            </a:lvl3pPr>
            <a:lvl4pPr marL="0" indent="1371600">
              <a:buClrTx/>
              <a:buSzTx/>
              <a:buNone/>
              <a:defRPr sz="1400"/>
            </a:lvl4pPr>
            <a:lvl5pPr marL="0" indent="1828800">
              <a:buClrTx/>
              <a:buSz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rcRect l="3613" t="0" r="0" b="0"/>
          <a:stretch>
            <a:fillRect/>
          </a:stretch>
        </p:blipFill>
        <p:spPr>
          <a:xfrm>
            <a:off x="0" y="2669684"/>
            <a:ext cx="4037013" cy="4188316"/>
          </a:xfrm>
          <a:prstGeom prst="rect">
            <a:avLst/>
          </a:prstGeom>
          <a:ln w="12700">
            <a:miter lim="400000"/>
          </a:ln>
        </p:spPr>
      </p:pic>
      <p:pic>
        <p:nvPicPr>
          <p:cNvPr id="147" name="Picture 6" descr="Picture 6"/>
          <p:cNvPicPr>
            <a:picLocks noChangeAspect="1"/>
          </p:cNvPicPr>
          <p:nvPr/>
        </p:nvPicPr>
        <p:blipFill>
          <a:blip r:embed="rId3">
            <a:extLst/>
          </a:blip>
          <a:srcRect l="35640" t="0" r="0" b="0"/>
          <a:stretch>
            <a:fillRect/>
          </a:stretch>
        </p:blipFill>
        <p:spPr>
          <a:xfrm>
            <a:off x="-1" y="2892346"/>
            <a:ext cx="1522414" cy="2365454"/>
          </a:xfrm>
          <a:prstGeom prst="rect">
            <a:avLst/>
          </a:prstGeom>
          <a:ln w="12700">
            <a:miter lim="400000"/>
          </a:ln>
        </p:spPr>
      </p:pic>
      <p:sp>
        <p:nvSpPr>
          <p:cNvPr id="148" name="Oval 15"/>
          <p:cNvSpPr/>
          <p:nvPr/>
        </p:nvSpPr>
        <p:spPr>
          <a:xfrm>
            <a:off x="8609011" y="1676400"/>
            <a:ext cx="2819401" cy="2819400"/>
          </a:xfrm>
          <a:prstGeom prst="ellipse">
            <a:avLst/>
          </a:prstGeom>
          <a:gradFill>
            <a:gsLst>
              <a:gs pos="0">
                <a:srgbClr val="82B1E5">
                  <a:alpha val="7000"/>
                </a:srgbClr>
              </a:gs>
              <a:gs pos="36000">
                <a:srgbClr val="82B1E5">
                  <a:alpha val="6000"/>
                </a:srgbClr>
              </a:gs>
              <a:gs pos="69000">
                <a:srgbClr val="82B1E5">
                  <a:alpha val="0"/>
                </a:srgbClr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49" name="Picture 8" descr="Picture 8"/>
          <p:cNvPicPr>
            <a:picLocks noChangeAspect="1"/>
          </p:cNvPicPr>
          <p:nvPr/>
        </p:nvPicPr>
        <p:blipFill>
          <a:blip r:embed="rId4">
            <a:extLst/>
          </a:blip>
          <a:srcRect l="0" t="28812" r="0" b="0"/>
          <a:stretch>
            <a:fillRect/>
          </a:stretch>
        </p:blipFill>
        <p:spPr>
          <a:xfrm>
            <a:off x="7999411" y="-1"/>
            <a:ext cx="1603388" cy="1141408"/>
          </a:xfrm>
          <a:prstGeom prst="rect">
            <a:avLst/>
          </a:prstGeom>
          <a:ln w="12700">
            <a:miter lim="400000"/>
          </a:ln>
        </p:spPr>
      </p:pic>
      <p:pic>
        <p:nvPicPr>
          <p:cNvPr id="150" name="Picture 9" descr="Picture 9"/>
          <p:cNvPicPr>
            <a:picLocks noChangeAspect="1"/>
          </p:cNvPicPr>
          <p:nvPr/>
        </p:nvPicPr>
        <p:blipFill>
          <a:blip r:embed="rId5">
            <a:extLst/>
          </a:blip>
          <a:srcRect l="0" t="0" r="0" b="23320"/>
          <a:stretch>
            <a:fillRect/>
          </a:stretch>
        </p:blipFill>
        <p:spPr>
          <a:xfrm>
            <a:off x="8609011" y="6096000"/>
            <a:ext cx="993735" cy="762000"/>
          </a:xfrm>
          <a:prstGeom prst="rect">
            <a:avLst/>
          </a:prstGeom>
          <a:ln w="12700">
            <a:miter lim="400000"/>
          </a:ln>
        </p:spPr>
      </p:pic>
      <p:sp>
        <p:nvSpPr>
          <p:cNvPr id="151" name="Rectangle 13"/>
          <p:cNvSpPr/>
          <p:nvPr/>
        </p:nvSpPr>
        <p:spPr>
          <a:xfrm>
            <a:off x="10437811" y="0"/>
            <a:ext cx="685801" cy="11430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45000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" name="Title Text"/>
          <p:cNvSpPr txBox="1"/>
          <p:nvPr>
            <p:ph type="title"/>
          </p:nvPr>
        </p:nvSpPr>
        <p:spPr>
          <a:xfrm>
            <a:off x="1154955" y="4800586"/>
            <a:ext cx="8825658" cy="566739"/>
          </a:xfrm>
          <a:prstGeom prst="rect">
            <a:avLst/>
          </a:prstGeom>
        </p:spPr>
        <p:txBody>
          <a:bodyPr anchor="b">
            <a:normAutofit fontScale="100000" lnSpcReduction="0"/>
          </a:bodyPr>
          <a:lstStyle>
            <a:lvl1pPr>
              <a:defRPr sz="2400"/>
            </a:lvl1pPr>
          </a:lstStyle>
          <a:p>
            <a:pPr/>
            <a:r>
              <a:t>Title Text</a:t>
            </a:r>
          </a:p>
        </p:txBody>
      </p:sp>
      <p:sp>
        <p:nvSpPr>
          <p:cNvPr id="153" name="Picture Placeholder 2"/>
          <p:cNvSpPr/>
          <p:nvPr>
            <p:ph type="pic" sz="half" idx="21"/>
          </p:nvPr>
        </p:nvSpPr>
        <p:spPr>
          <a:xfrm>
            <a:off x="1154954" y="685799"/>
            <a:ext cx="8825660" cy="3640668"/>
          </a:xfrm>
          <a:prstGeom prst="rect">
            <a:avLst/>
          </a:prstGeom>
          <a:effectLst>
            <a:outerShdw sx="100000" sy="100000" kx="0" ky="0" algn="b" rotWithShape="0" blurRad="50800" dist="50800" dir="5400000">
              <a:srgbClr val="000000">
                <a:alpha val="43000"/>
              </a:srgbClr>
            </a:outerShdw>
          </a:effectLst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154" name="Body Level One…"/>
          <p:cNvSpPr txBox="1"/>
          <p:nvPr>
            <p:ph type="body" sz="quarter" idx="1"/>
          </p:nvPr>
        </p:nvSpPr>
        <p:spPr>
          <a:xfrm>
            <a:off x="1154955" y="5367325"/>
            <a:ext cx="8825657" cy="493713"/>
          </a:xfrm>
          <a:prstGeom prst="rect">
            <a:avLst/>
          </a:prstGeom>
        </p:spPr>
        <p:txBody>
          <a:bodyPr/>
          <a:lstStyle>
            <a:lvl1pPr marL="0" indent="0">
              <a:buClrTx/>
              <a:buSzTx/>
              <a:buNone/>
              <a:defRPr sz="1200"/>
            </a:lvl1pPr>
            <a:lvl2pPr marL="0" indent="457200">
              <a:buClrTx/>
              <a:buSzTx/>
              <a:buNone/>
              <a:defRPr sz="1200"/>
            </a:lvl2pPr>
            <a:lvl3pPr marL="0" indent="914400">
              <a:buClrTx/>
              <a:buSzTx/>
              <a:buNone/>
              <a:defRPr sz="1200"/>
            </a:lvl3pPr>
            <a:lvl4pPr marL="0" indent="1371600">
              <a:buClrTx/>
              <a:buSzTx/>
              <a:buNone/>
              <a:defRPr sz="1200"/>
            </a:lvl4pPr>
            <a:lvl5pPr marL="0" indent="1828800">
              <a:buClrTx/>
              <a:buSzTx/>
              <a:buNone/>
              <a:defRPr sz="1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rcRect l="3613" t="0" r="0" b="0"/>
          <a:stretch>
            <a:fillRect/>
          </a:stretch>
        </p:blipFill>
        <p:spPr>
          <a:xfrm>
            <a:off x="0" y="2669684"/>
            <a:ext cx="4037013" cy="4188316"/>
          </a:xfrm>
          <a:prstGeom prst="rect">
            <a:avLst/>
          </a:prstGeom>
          <a:ln w="12700">
            <a:miter lim="400000"/>
          </a:ln>
        </p:spPr>
      </p:pic>
      <p:pic>
        <p:nvPicPr>
          <p:cNvPr id="163" name="Picture 6" descr="Picture 6"/>
          <p:cNvPicPr>
            <a:picLocks noChangeAspect="1"/>
          </p:cNvPicPr>
          <p:nvPr/>
        </p:nvPicPr>
        <p:blipFill>
          <a:blip r:embed="rId3">
            <a:extLst/>
          </a:blip>
          <a:srcRect l="35640" t="0" r="0" b="0"/>
          <a:stretch>
            <a:fillRect/>
          </a:stretch>
        </p:blipFill>
        <p:spPr>
          <a:xfrm>
            <a:off x="-1" y="2892346"/>
            <a:ext cx="1522414" cy="2365454"/>
          </a:xfrm>
          <a:prstGeom prst="rect">
            <a:avLst/>
          </a:prstGeom>
          <a:ln w="12700">
            <a:miter lim="400000"/>
          </a:ln>
        </p:spPr>
      </p:pic>
      <p:sp>
        <p:nvSpPr>
          <p:cNvPr id="164" name="Oval 15"/>
          <p:cNvSpPr/>
          <p:nvPr/>
        </p:nvSpPr>
        <p:spPr>
          <a:xfrm>
            <a:off x="8609011" y="1676400"/>
            <a:ext cx="2819401" cy="2819400"/>
          </a:xfrm>
          <a:prstGeom prst="ellipse">
            <a:avLst/>
          </a:prstGeom>
          <a:gradFill>
            <a:gsLst>
              <a:gs pos="0">
                <a:srgbClr val="82B1E5">
                  <a:alpha val="7000"/>
                </a:srgbClr>
              </a:gs>
              <a:gs pos="36000">
                <a:srgbClr val="82B1E5">
                  <a:alpha val="6000"/>
                </a:srgbClr>
              </a:gs>
              <a:gs pos="69000">
                <a:srgbClr val="82B1E5">
                  <a:alpha val="0"/>
                </a:srgbClr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65" name="Picture 8" descr="Picture 8"/>
          <p:cNvPicPr>
            <a:picLocks noChangeAspect="1"/>
          </p:cNvPicPr>
          <p:nvPr/>
        </p:nvPicPr>
        <p:blipFill>
          <a:blip r:embed="rId4">
            <a:extLst/>
          </a:blip>
          <a:srcRect l="0" t="28812" r="0" b="0"/>
          <a:stretch>
            <a:fillRect/>
          </a:stretch>
        </p:blipFill>
        <p:spPr>
          <a:xfrm>
            <a:off x="7999411" y="-1"/>
            <a:ext cx="1603388" cy="1141408"/>
          </a:xfrm>
          <a:prstGeom prst="rect">
            <a:avLst/>
          </a:prstGeom>
          <a:ln w="12700">
            <a:miter lim="400000"/>
          </a:ln>
        </p:spPr>
      </p:pic>
      <p:pic>
        <p:nvPicPr>
          <p:cNvPr id="166" name="Picture 9" descr="Picture 9"/>
          <p:cNvPicPr>
            <a:picLocks noChangeAspect="1"/>
          </p:cNvPicPr>
          <p:nvPr/>
        </p:nvPicPr>
        <p:blipFill>
          <a:blip r:embed="rId5">
            <a:extLst/>
          </a:blip>
          <a:srcRect l="0" t="0" r="0" b="23320"/>
          <a:stretch>
            <a:fillRect/>
          </a:stretch>
        </p:blipFill>
        <p:spPr>
          <a:xfrm>
            <a:off x="8609011" y="6096000"/>
            <a:ext cx="993735" cy="762000"/>
          </a:xfrm>
          <a:prstGeom prst="rect">
            <a:avLst/>
          </a:prstGeom>
          <a:ln w="12700">
            <a:miter lim="400000"/>
          </a:ln>
        </p:spPr>
      </p:pic>
      <p:sp>
        <p:nvSpPr>
          <p:cNvPr id="167" name="Rectangle 13"/>
          <p:cNvSpPr/>
          <p:nvPr/>
        </p:nvSpPr>
        <p:spPr>
          <a:xfrm>
            <a:off x="10437811" y="0"/>
            <a:ext cx="685801" cy="11430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45000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8" name="Title Text"/>
          <p:cNvSpPr txBox="1"/>
          <p:nvPr>
            <p:ph type="title"/>
          </p:nvPr>
        </p:nvSpPr>
        <p:spPr>
          <a:xfrm>
            <a:off x="1154954" y="1447800"/>
            <a:ext cx="8825659" cy="1981200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defRPr sz="4800"/>
            </a:lvl1pPr>
          </a:lstStyle>
          <a:p>
            <a:pPr/>
            <a:r>
              <a:t>Title Text</a:t>
            </a:r>
          </a:p>
        </p:txBody>
      </p:sp>
      <p:sp>
        <p:nvSpPr>
          <p:cNvPr id="169" name="Body Level One…"/>
          <p:cNvSpPr txBox="1"/>
          <p:nvPr>
            <p:ph type="body" sz="half" idx="1"/>
          </p:nvPr>
        </p:nvSpPr>
        <p:spPr>
          <a:xfrm>
            <a:off x="1154954" y="3657600"/>
            <a:ext cx="8825659" cy="2362200"/>
          </a:xfrm>
          <a:prstGeom prst="rect">
            <a:avLst/>
          </a:prstGeom>
        </p:spPr>
        <p:txBody>
          <a:bodyPr anchor="ctr"/>
          <a:lstStyle>
            <a:lvl1pPr marL="0" indent="0">
              <a:buClrTx/>
              <a:buSzTx/>
              <a:buNone/>
              <a:defRPr sz="1800"/>
            </a:lvl1pPr>
            <a:lvl2pPr marL="0" indent="457200">
              <a:buClrTx/>
              <a:buSzTx/>
              <a:buNone/>
              <a:defRPr sz="1800"/>
            </a:lvl2pPr>
            <a:lvl3pPr marL="0" indent="914400">
              <a:buClrTx/>
              <a:buSzTx/>
              <a:buNone/>
              <a:defRPr sz="1800"/>
            </a:lvl3pPr>
            <a:lvl4pPr marL="0" indent="1371600">
              <a:buClrTx/>
              <a:buSzTx/>
              <a:buNone/>
              <a:defRPr sz="1800"/>
            </a:lvl4pPr>
            <a:lvl5pPr marL="0" indent="1828800">
              <a:buClrTx/>
              <a:buSzTx/>
              <a:buNone/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7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rcRect l="3613" t="0" r="0" b="0"/>
          <a:stretch>
            <a:fillRect/>
          </a:stretch>
        </p:blipFill>
        <p:spPr>
          <a:xfrm>
            <a:off x="0" y="2669684"/>
            <a:ext cx="4037013" cy="4188316"/>
          </a:xfrm>
          <a:prstGeom prst="rect">
            <a:avLst/>
          </a:prstGeom>
          <a:ln w="12700">
            <a:miter lim="400000"/>
          </a:ln>
        </p:spPr>
      </p:pic>
      <p:pic>
        <p:nvPicPr>
          <p:cNvPr id="178" name="Picture 6" descr="Picture 6"/>
          <p:cNvPicPr>
            <a:picLocks noChangeAspect="1"/>
          </p:cNvPicPr>
          <p:nvPr/>
        </p:nvPicPr>
        <p:blipFill>
          <a:blip r:embed="rId3">
            <a:extLst/>
          </a:blip>
          <a:srcRect l="35640" t="0" r="0" b="0"/>
          <a:stretch>
            <a:fillRect/>
          </a:stretch>
        </p:blipFill>
        <p:spPr>
          <a:xfrm>
            <a:off x="-1" y="2892346"/>
            <a:ext cx="1522414" cy="2365454"/>
          </a:xfrm>
          <a:prstGeom prst="rect">
            <a:avLst/>
          </a:prstGeom>
          <a:ln w="12700">
            <a:miter lim="400000"/>
          </a:ln>
        </p:spPr>
      </p:pic>
      <p:sp>
        <p:nvSpPr>
          <p:cNvPr id="179" name="Oval 15"/>
          <p:cNvSpPr/>
          <p:nvPr/>
        </p:nvSpPr>
        <p:spPr>
          <a:xfrm>
            <a:off x="8609011" y="1676400"/>
            <a:ext cx="2819401" cy="2819400"/>
          </a:xfrm>
          <a:prstGeom prst="ellipse">
            <a:avLst/>
          </a:prstGeom>
          <a:gradFill>
            <a:gsLst>
              <a:gs pos="0">
                <a:srgbClr val="82B1E5">
                  <a:alpha val="7000"/>
                </a:srgbClr>
              </a:gs>
              <a:gs pos="36000">
                <a:srgbClr val="82B1E5">
                  <a:alpha val="6000"/>
                </a:srgbClr>
              </a:gs>
              <a:gs pos="69000">
                <a:srgbClr val="82B1E5">
                  <a:alpha val="0"/>
                </a:srgbClr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80" name="Picture 8" descr="Picture 8"/>
          <p:cNvPicPr>
            <a:picLocks noChangeAspect="1"/>
          </p:cNvPicPr>
          <p:nvPr/>
        </p:nvPicPr>
        <p:blipFill>
          <a:blip r:embed="rId4">
            <a:extLst/>
          </a:blip>
          <a:srcRect l="0" t="28812" r="0" b="0"/>
          <a:stretch>
            <a:fillRect/>
          </a:stretch>
        </p:blipFill>
        <p:spPr>
          <a:xfrm>
            <a:off x="7999411" y="-1"/>
            <a:ext cx="1603388" cy="1141408"/>
          </a:xfrm>
          <a:prstGeom prst="rect">
            <a:avLst/>
          </a:prstGeom>
          <a:ln w="12700">
            <a:miter lim="400000"/>
          </a:ln>
        </p:spPr>
      </p:pic>
      <p:pic>
        <p:nvPicPr>
          <p:cNvPr id="181" name="Picture 9" descr="Picture 9"/>
          <p:cNvPicPr>
            <a:picLocks noChangeAspect="1"/>
          </p:cNvPicPr>
          <p:nvPr/>
        </p:nvPicPr>
        <p:blipFill>
          <a:blip r:embed="rId5">
            <a:extLst/>
          </a:blip>
          <a:srcRect l="0" t="0" r="0" b="23320"/>
          <a:stretch>
            <a:fillRect/>
          </a:stretch>
        </p:blipFill>
        <p:spPr>
          <a:xfrm>
            <a:off x="8609011" y="6096000"/>
            <a:ext cx="993735" cy="762000"/>
          </a:xfrm>
          <a:prstGeom prst="rect">
            <a:avLst/>
          </a:prstGeom>
          <a:ln w="12700">
            <a:miter lim="400000"/>
          </a:ln>
        </p:spPr>
      </p:pic>
      <p:sp>
        <p:nvSpPr>
          <p:cNvPr id="182" name="Rectangle 13"/>
          <p:cNvSpPr/>
          <p:nvPr/>
        </p:nvSpPr>
        <p:spPr>
          <a:xfrm>
            <a:off x="10437811" y="0"/>
            <a:ext cx="685801" cy="11430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45000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" name="Title Text"/>
          <p:cNvSpPr txBox="1"/>
          <p:nvPr>
            <p:ph type="title"/>
          </p:nvPr>
        </p:nvSpPr>
        <p:spPr>
          <a:xfrm>
            <a:off x="1574800" y="1447800"/>
            <a:ext cx="7999316" cy="2323375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defRPr sz="4800"/>
            </a:lvl1pPr>
          </a:lstStyle>
          <a:p>
            <a:pPr/>
            <a:r>
              <a:t>Title Text</a:t>
            </a:r>
          </a:p>
        </p:txBody>
      </p:sp>
      <p:sp>
        <p:nvSpPr>
          <p:cNvPr id="184" name="Body Level One…"/>
          <p:cNvSpPr txBox="1"/>
          <p:nvPr>
            <p:ph type="body" sz="quarter" idx="1"/>
          </p:nvPr>
        </p:nvSpPr>
        <p:spPr>
          <a:xfrm>
            <a:off x="1930400" y="3771174"/>
            <a:ext cx="7279649" cy="342175"/>
          </a:xfrm>
          <a:prstGeom prst="rect">
            <a:avLst/>
          </a:prstGeom>
        </p:spPr>
        <p:txBody>
          <a:bodyPr/>
          <a:lstStyle>
            <a:lvl1pPr marL="0" indent="0">
              <a:buClrTx/>
              <a:buSzTx/>
              <a:buNone/>
              <a:defRPr cap="small" sz="1400">
                <a:solidFill>
                  <a:schemeClr val="accent1"/>
                </a:solidFill>
              </a:defRPr>
            </a:lvl1pPr>
            <a:lvl2pPr marL="0" indent="457200">
              <a:buClrTx/>
              <a:buSzTx/>
              <a:buNone/>
              <a:defRPr cap="small" sz="1400">
                <a:solidFill>
                  <a:schemeClr val="accent1"/>
                </a:solidFill>
              </a:defRPr>
            </a:lvl2pPr>
            <a:lvl3pPr marL="0" indent="914400">
              <a:buClrTx/>
              <a:buSzTx/>
              <a:buNone/>
              <a:defRPr cap="small" sz="1400">
                <a:solidFill>
                  <a:schemeClr val="accent1"/>
                </a:solidFill>
              </a:defRPr>
            </a:lvl3pPr>
            <a:lvl4pPr marL="0" indent="1371600">
              <a:buClrTx/>
              <a:buSzTx/>
              <a:buNone/>
              <a:defRPr cap="small" sz="1400">
                <a:solidFill>
                  <a:schemeClr val="accent1"/>
                </a:solidFill>
              </a:defRPr>
            </a:lvl4pPr>
            <a:lvl5pPr marL="0" indent="1828800">
              <a:buClrTx/>
              <a:buSzTx/>
              <a:buNone/>
              <a:defRPr cap="small" sz="1400">
                <a:solidFill>
                  <a:schemeClr val="accent1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85" name="Text Placeholder 3"/>
          <p:cNvSpPr/>
          <p:nvPr>
            <p:ph type="body" sz="quarter" idx="21"/>
          </p:nvPr>
        </p:nvSpPr>
        <p:spPr>
          <a:xfrm>
            <a:off x="1154954" y="4350656"/>
            <a:ext cx="8825660" cy="1676401"/>
          </a:xfrm>
          <a:prstGeom prst="rect">
            <a:avLst/>
          </a:prstGeom>
        </p:spPr>
        <p:txBody>
          <a:bodyPr anchor="ctr"/>
          <a:lstStyle/>
          <a:p>
            <a:pPr marL="0" indent="0">
              <a:buClrTx/>
              <a:buSzTx/>
              <a:buNone/>
              <a:defRPr sz="1800"/>
            </a:pPr>
          </a:p>
        </p:txBody>
      </p:sp>
      <p:sp>
        <p:nvSpPr>
          <p:cNvPr id="186" name="TextBox 8"/>
          <p:cNvSpPr txBox="1"/>
          <p:nvPr/>
        </p:nvSpPr>
        <p:spPr>
          <a:xfrm>
            <a:off x="944014" y="971252"/>
            <a:ext cx="710473" cy="1818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12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“</a:t>
            </a:r>
          </a:p>
        </p:txBody>
      </p:sp>
      <p:sp>
        <p:nvSpPr>
          <p:cNvPr id="187" name="TextBox 12"/>
          <p:cNvSpPr txBox="1"/>
          <p:nvPr/>
        </p:nvSpPr>
        <p:spPr>
          <a:xfrm>
            <a:off x="9376210" y="2613786"/>
            <a:ext cx="710473" cy="1818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12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”</a:t>
            </a:r>
          </a:p>
        </p:txBody>
      </p:sp>
      <p:sp>
        <p:nvSpPr>
          <p:cNvPr id="18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rcRect l="3613" t="0" r="0" b="0"/>
          <a:stretch>
            <a:fillRect/>
          </a:stretch>
        </p:blipFill>
        <p:spPr>
          <a:xfrm>
            <a:off x="0" y="2669684"/>
            <a:ext cx="4037013" cy="4188316"/>
          </a:xfrm>
          <a:prstGeom prst="rect">
            <a:avLst/>
          </a:prstGeom>
          <a:ln w="12700">
            <a:miter lim="400000"/>
          </a:ln>
        </p:spPr>
      </p:pic>
      <p:pic>
        <p:nvPicPr>
          <p:cNvPr id="196" name="Picture 6" descr="Picture 6"/>
          <p:cNvPicPr>
            <a:picLocks noChangeAspect="1"/>
          </p:cNvPicPr>
          <p:nvPr/>
        </p:nvPicPr>
        <p:blipFill>
          <a:blip r:embed="rId3">
            <a:extLst/>
          </a:blip>
          <a:srcRect l="35640" t="0" r="0" b="0"/>
          <a:stretch>
            <a:fillRect/>
          </a:stretch>
        </p:blipFill>
        <p:spPr>
          <a:xfrm>
            <a:off x="-1" y="2892346"/>
            <a:ext cx="1522414" cy="2365454"/>
          </a:xfrm>
          <a:prstGeom prst="rect">
            <a:avLst/>
          </a:prstGeom>
          <a:ln w="12700">
            <a:miter lim="400000"/>
          </a:ln>
        </p:spPr>
      </p:pic>
      <p:sp>
        <p:nvSpPr>
          <p:cNvPr id="197" name="Oval 15"/>
          <p:cNvSpPr/>
          <p:nvPr/>
        </p:nvSpPr>
        <p:spPr>
          <a:xfrm>
            <a:off x="8609011" y="1676400"/>
            <a:ext cx="2819401" cy="2819400"/>
          </a:xfrm>
          <a:prstGeom prst="ellipse">
            <a:avLst/>
          </a:prstGeom>
          <a:gradFill>
            <a:gsLst>
              <a:gs pos="0">
                <a:srgbClr val="82B1E5">
                  <a:alpha val="7000"/>
                </a:srgbClr>
              </a:gs>
              <a:gs pos="36000">
                <a:srgbClr val="82B1E5">
                  <a:alpha val="6000"/>
                </a:srgbClr>
              </a:gs>
              <a:gs pos="69000">
                <a:srgbClr val="82B1E5">
                  <a:alpha val="0"/>
                </a:srgbClr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98" name="Picture 8" descr="Picture 8"/>
          <p:cNvPicPr>
            <a:picLocks noChangeAspect="1"/>
          </p:cNvPicPr>
          <p:nvPr/>
        </p:nvPicPr>
        <p:blipFill>
          <a:blip r:embed="rId4">
            <a:extLst/>
          </a:blip>
          <a:srcRect l="0" t="28812" r="0" b="0"/>
          <a:stretch>
            <a:fillRect/>
          </a:stretch>
        </p:blipFill>
        <p:spPr>
          <a:xfrm>
            <a:off x="7999411" y="-1"/>
            <a:ext cx="1603388" cy="1141408"/>
          </a:xfrm>
          <a:prstGeom prst="rect">
            <a:avLst/>
          </a:prstGeom>
          <a:ln w="12700">
            <a:miter lim="400000"/>
          </a:ln>
        </p:spPr>
      </p:pic>
      <p:pic>
        <p:nvPicPr>
          <p:cNvPr id="199" name="Picture 9" descr="Picture 9"/>
          <p:cNvPicPr>
            <a:picLocks noChangeAspect="1"/>
          </p:cNvPicPr>
          <p:nvPr/>
        </p:nvPicPr>
        <p:blipFill>
          <a:blip r:embed="rId5">
            <a:extLst/>
          </a:blip>
          <a:srcRect l="0" t="0" r="0" b="23320"/>
          <a:stretch>
            <a:fillRect/>
          </a:stretch>
        </p:blipFill>
        <p:spPr>
          <a:xfrm>
            <a:off x="8609011" y="6096000"/>
            <a:ext cx="993735" cy="762000"/>
          </a:xfrm>
          <a:prstGeom prst="rect">
            <a:avLst/>
          </a:prstGeom>
          <a:ln w="12700">
            <a:miter lim="400000"/>
          </a:ln>
        </p:spPr>
      </p:pic>
      <p:sp>
        <p:nvSpPr>
          <p:cNvPr id="200" name="Rectangle 13"/>
          <p:cNvSpPr/>
          <p:nvPr/>
        </p:nvSpPr>
        <p:spPr>
          <a:xfrm>
            <a:off x="10437811" y="0"/>
            <a:ext cx="685801" cy="11430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45000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1" name="Title Text"/>
          <p:cNvSpPr txBox="1"/>
          <p:nvPr>
            <p:ph type="title"/>
          </p:nvPr>
        </p:nvSpPr>
        <p:spPr>
          <a:xfrm>
            <a:off x="1154954" y="3124200"/>
            <a:ext cx="8825660" cy="1653181"/>
          </a:xfrm>
          <a:prstGeom prst="rect">
            <a:avLst/>
          </a:prstGeom>
        </p:spPr>
        <p:txBody>
          <a:bodyPr anchor="b">
            <a:normAutofit fontScale="100000" lnSpcReduction="0"/>
          </a:bodyPr>
          <a:lstStyle>
            <a:lvl1pPr>
              <a:defRPr sz="4000"/>
            </a:lvl1pPr>
          </a:lstStyle>
          <a:p>
            <a:pPr/>
            <a:r>
              <a:t>Title Text</a:t>
            </a:r>
          </a:p>
        </p:txBody>
      </p:sp>
      <p:sp>
        <p:nvSpPr>
          <p:cNvPr id="202" name="Body Level One…"/>
          <p:cNvSpPr txBox="1"/>
          <p:nvPr>
            <p:ph type="body" sz="quarter" idx="1"/>
          </p:nvPr>
        </p:nvSpPr>
        <p:spPr>
          <a:xfrm>
            <a:off x="1154954" y="4777380"/>
            <a:ext cx="8825659" cy="860401"/>
          </a:xfrm>
          <a:prstGeom prst="rect">
            <a:avLst/>
          </a:prstGeom>
        </p:spPr>
        <p:txBody>
          <a:bodyPr/>
          <a:lstStyle>
            <a:lvl1pPr marL="0" indent="0">
              <a:buClrTx/>
              <a:buSzTx/>
              <a:buNone/>
              <a:defRPr>
                <a:solidFill>
                  <a:schemeClr val="accent1"/>
                </a:solidFill>
              </a:defRPr>
            </a:lvl1pPr>
            <a:lvl2pPr marL="0" indent="457200">
              <a:buClrTx/>
              <a:buSzTx/>
              <a:buNone/>
              <a:defRPr>
                <a:solidFill>
                  <a:schemeClr val="accent1"/>
                </a:solidFill>
              </a:defRPr>
            </a:lvl2pPr>
            <a:lvl3pPr marL="0" indent="914400">
              <a:buClrTx/>
              <a:buSzTx/>
              <a:buNone/>
              <a:defRPr>
                <a:solidFill>
                  <a:schemeClr val="accent1"/>
                </a:solidFill>
              </a:defRPr>
            </a:lvl3pPr>
            <a:lvl4pPr marL="0" indent="1371600">
              <a:buClrTx/>
              <a:buSzTx/>
              <a:buNone/>
              <a:defRPr>
                <a:solidFill>
                  <a:schemeClr val="accent1"/>
                </a:solidFill>
              </a:defRPr>
            </a:lvl4pPr>
            <a:lvl5pPr marL="0" indent="1828800">
              <a:buClrTx/>
              <a:buSzTx/>
              <a:buNone/>
              <a:defRPr>
                <a:solidFill>
                  <a:schemeClr val="accent1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0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rcRect l="3613" t="0" r="0" b="0"/>
          <a:stretch>
            <a:fillRect/>
          </a:stretch>
        </p:blipFill>
        <p:spPr>
          <a:xfrm>
            <a:off x="0" y="2669684"/>
            <a:ext cx="4037013" cy="4188316"/>
          </a:xfrm>
          <a:prstGeom prst="rect">
            <a:avLst/>
          </a:prstGeom>
          <a:ln w="12700">
            <a:miter lim="400000"/>
          </a:ln>
        </p:spPr>
      </p:pic>
      <p:pic>
        <p:nvPicPr>
          <p:cNvPr id="211" name="Picture 6" descr="Picture 6"/>
          <p:cNvPicPr>
            <a:picLocks noChangeAspect="1"/>
          </p:cNvPicPr>
          <p:nvPr/>
        </p:nvPicPr>
        <p:blipFill>
          <a:blip r:embed="rId3">
            <a:extLst/>
          </a:blip>
          <a:srcRect l="35640" t="0" r="0" b="0"/>
          <a:stretch>
            <a:fillRect/>
          </a:stretch>
        </p:blipFill>
        <p:spPr>
          <a:xfrm>
            <a:off x="-1" y="2892346"/>
            <a:ext cx="1522414" cy="2365454"/>
          </a:xfrm>
          <a:prstGeom prst="rect">
            <a:avLst/>
          </a:prstGeom>
          <a:ln w="12700">
            <a:miter lim="400000"/>
          </a:ln>
        </p:spPr>
      </p:pic>
      <p:sp>
        <p:nvSpPr>
          <p:cNvPr id="212" name="Oval 15"/>
          <p:cNvSpPr/>
          <p:nvPr/>
        </p:nvSpPr>
        <p:spPr>
          <a:xfrm>
            <a:off x="8609011" y="1676400"/>
            <a:ext cx="2819401" cy="2819400"/>
          </a:xfrm>
          <a:prstGeom prst="ellipse">
            <a:avLst/>
          </a:prstGeom>
          <a:gradFill>
            <a:gsLst>
              <a:gs pos="0">
                <a:srgbClr val="82B1E5">
                  <a:alpha val="7000"/>
                </a:srgbClr>
              </a:gs>
              <a:gs pos="36000">
                <a:srgbClr val="82B1E5">
                  <a:alpha val="6000"/>
                </a:srgbClr>
              </a:gs>
              <a:gs pos="69000">
                <a:srgbClr val="82B1E5">
                  <a:alpha val="0"/>
                </a:srgbClr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213" name="Picture 8" descr="Picture 8"/>
          <p:cNvPicPr>
            <a:picLocks noChangeAspect="1"/>
          </p:cNvPicPr>
          <p:nvPr/>
        </p:nvPicPr>
        <p:blipFill>
          <a:blip r:embed="rId4">
            <a:extLst/>
          </a:blip>
          <a:srcRect l="0" t="28812" r="0" b="0"/>
          <a:stretch>
            <a:fillRect/>
          </a:stretch>
        </p:blipFill>
        <p:spPr>
          <a:xfrm>
            <a:off x="7999411" y="-1"/>
            <a:ext cx="1603388" cy="1141408"/>
          </a:xfrm>
          <a:prstGeom prst="rect">
            <a:avLst/>
          </a:prstGeom>
          <a:ln w="12700">
            <a:miter lim="400000"/>
          </a:ln>
        </p:spPr>
      </p:pic>
      <p:pic>
        <p:nvPicPr>
          <p:cNvPr id="214" name="Picture 9" descr="Picture 9"/>
          <p:cNvPicPr>
            <a:picLocks noChangeAspect="1"/>
          </p:cNvPicPr>
          <p:nvPr/>
        </p:nvPicPr>
        <p:blipFill>
          <a:blip r:embed="rId5">
            <a:extLst/>
          </a:blip>
          <a:srcRect l="0" t="0" r="0" b="23320"/>
          <a:stretch>
            <a:fillRect/>
          </a:stretch>
        </p:blipFill>
        <p:spPr>
          <a:xfrm>
            <a:off x="8609011" y="6096000"/>
            <a:ext cx="993735" cy="762000"/>
          </a:xfrm>
          <a:prstGeom prst="rect">
            <a:avLst/>
          </a:prstGeom>
          <a:ln w="12700">
            <a:miter lim="400000"/>
          </a:ln>
        </p:spPr>
      </p:pic>
      <p:sp>
        <p:nvSpPr>
          <p:cNvPr id="215" name="Rectangle 13"/>
          <p:cNvSpPr/>
          <p:nvPr/>
        </p:nvSpPr>
        <p:spPr>
          <a:xfrm>
            <a:off x="10437811" y="0"/>
            <a:ext cx="685801" cy="11430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45000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6" name="Title Text"/>
          <p:cNvSpPr txBox="1"/>
          <p:nvPr>
            <p:ph type="title"/>
          </p:nvPr>
        </p:nvSpPr>
        <p:spPr>
          <a:xfrm>
            <a:off x="646110" y="452718"/>
            <a:ext cx="9404724" cy="140053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217" name="Body Level One…"/>
          <p:cNvSpPr txBox="1"/>
          <p:nvPr>
            <p:ph type="body" sz="quarter" idx="1"/>
          </p:nvPr>
        </p:nvSpPr>
        <p:spPr>
          <a:xfrm>
            <a:off x="632946" y="1981200"/>
            <a:ext cx="2946868" cy="576263"/>
          </a:xfrm>
          <a:prstGeom prst="rect">
            <a:avLst/>
          </a:prstGeom>
        </p:spPr>
        <p:txBody>
          <a:bodyPr anchor="b"/>
          <a:lstStyle>
            <a:lvl1pPr marL="0" indent="0">
              <a:buClrTx/>
              <a:buSzTx/>
              <a:buNone/>
              <a:defRPr sz="2400">
                <a:solidFill>
                  <a:schemeClr val="accent1"/>
                </a:solidFill>
              </a:defRPr>
            </a:lvl1pPr>
            <a:lvl2pPr marL="0" indent="457200">
              <a:buClrTx/>
              <a:buSzTx/>
              <a:buNone/>
              <a:defRPr sz="2400">
                <a:solidFill>
                  <a:schemeClr val="accent1"/>
                </a:solidFill>
              </a:defRPr>
            </a:lvl2pPr>
            <a:lvl3pPr marL="0" indent="914400">
              <a:buClrTx/>
              <a:buSzTx/>
              <a:buNone/>
              <a:defRPr sz="2400">
                <a:solidFill>
                  <a:schemeClr val="accent1"/>
                </a:solidFill>
              </a:defRPr>
            </a:lvl3pPr>
            <a:lvl4pPr marL="0" indent="1371600">
              <a:buClrTx/>
              <a:buSzTx/>
              <a:buNone/>
              <a:defRPr sz="2400">
                <a:solidFill>
                  <a:schemeClr val="accent1"/>
                </a:solidFill>
              </a:defRPr>
            </a:lvl4pPr>
            <a:lvl5pPr marL="0" indent="1828800">
              <a:buClrTx/>
              <a:buSzTx/>
              <a:buNone/>
              <a:defRPr sz="2400">
                <a:solidFill>
                  <a:schemeClr val="accent1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18" name="Text Placeholder 3"/>
          <p:cNvSpPr/>
          <p:nvPr>
            <p:ph type="body" sz="quarter" idx="21"/>
          </p:nvPr>
        </p:nvSpPr>
        <p:spPr>
          <a:xfrm>
            <a:off x="652462" y="2667000"/>
            <a:ext cx="2927351" cy="3589338"/>
          </a:xfrm>
          <a:prstGeom prst="rect">
            <a:avLst/>
          </a:prstGeom>
        </p:spPr>
        <p:txBody>
          <a:bodyPr/>
          <a:lstStyle/>
          <a:p>
            <a:pPr marL="0" indent="0">
              <a:buClrTx/>
              <a:buSzTx/>
              <a:buNone/>
              <a:defRPr sz="1400"/>
            </a:pPr>
          </a:p>
        </p:txBody>
      </p:sp>
      <p:sp>
        <p:nvSpPr>
          <p:cNvPr id="219" name="Text Placeholder 4"/>
          <p:cNvSpPr/>
          <p:nvPr>
            <p:ph type="body" sz="quarter" idx="22"/>
          </p:nvPr>
        </p:nvSpPr>
        <p:spPr>
          <a:xfrm>
            <a:off x="3883659" y="1981199"/>
            <a:ext cx="2936242" cy="576264"/>
          </a:xfrm>
          <a:prstGeom prst="rect">
            <a:avLst/>
          </a:prstGeom>
        </p:spPr>
        <p:txBody>
          <a:bodyPr anchor="b"/>
          <a:lstStyle/>
          <a:p>
            <a:pPr marL="0" indent="0">
              <a:buClrTx/>
              <a:buSzTx/>
              <a:buNone/>
              <a:defRPr sz="2400">
                <a:solidFill>
                  <a:schemeClr val="accent1"/>
                </a:solidFill>
              </a:defRPr>
            </a:pPr>
          </a:p>
        </p:txBody>
      </p:sp>
      <p:sp>
        <p:nvSpPr>
          <p:cNvPr id="220" name="Text Placeholder 3"/>
          <p:cNvSpPr/>
          <p:nvPr>
            <p:ph type="body" sz="quarter" idx="23"/>
          </p:nvPr>
        </p:nvSpPr>
        <p:spPr>
          <a:xfrm>
            <a:off x="3873105" y="2667000"/>
            <a:ext cx="2946795" cy="3589338"/>
          </a:xfrm>
          <a:prstGeom prst="rect">
            <a:avLst/>
          </a:prstGeom>
        </p:spPr>
        <p:txBody>
          <a:bodyPr/>
          <a:lstStyle/>
          <a:p>
            <a:pPr marL="0" indent="0">
              <a:buClrTx/>
              <a:buSzTx/>
              <a:buNone/>
              <a:defRPr sz="1400"/>
            </a:pPr>
          </a:p>
        </p:txBody>
      </p:sp>
      <p:sp>
        <p:nvSpPr>
          <p:cNvPr id="221" name="Text Placeholder 4"/>
          <p:cNvSpPr/>
          <p:nvPr>
            <p:ph type="body" sz="quarter" idx="24"/>
          </p:nvPr>
        </p:nvSpPr>
        <p:spPr>
          <a:xfrm>
            <a:off x="7124699" y="1981199"/>
            <a:ext cx="2932115" cy="576264"/>
          </a:xfrm>
          <a:prstGeom prst="rect">
            <a:avLst/>
          </a:prstGeom>
        </p:spPr>
        <p:txBody>
          <a:bodyPr anchor="b"/>
          <a:lstStyle/>
          <a:p>
            <a:pPr marL="0" indent="0">
              <a:buClrTx/>
              <a:buSzTx/>
              <a:buNone/>
              <a:defRPr sz="2400">
                <a:solidFill>
                  <a:schemeClr val="accent1"/>
                </a:solidFill>
              </a:defRPr>
            </a:pPr>
          </a:p>
        </p:txBody>
      </p:sp>
      <p:sp>
        <p:nvSpPr>
          <p:cNvPr id="222" name="Text Placeholder 3"/>
          <p:cNvSpPr/>
          <p:nvPr>
            <p:ph type="body" sz="quarter" idx="25"/>
          </p:nvPr>
        </p:nvSpPr>
        <p:spPr>
          <a:xfrm>
            <a:off x="7124699" y="2667000"/>
            <a:ext cx="2932115" cy="3589338"/>
          </a:xfrm>
          <a:prstGeom prst="rect">
            <a:avLst/>
          </a:prstGeom>
        </p:spPr>
        <p:txBody>
          <a:bodyPr/>
          <a:lstStyle/>
          <a:p>
            <a:pPr marL="0" indent="0">
              <a:buClrTx/>
              <a:buSzTx/>
              <a:buNone/>
              <a:defRPr sz="1400"/>
            </a:pPr>
          </a:p>
        </p:txBody>
      </p:sp>
      <p:sp>
        <p:nvSpPr>
          <p:cNvPr id="223" name="Straight Connector 16"/>
          <p:cNvSpPr/>
          <p:nvPr/>
        </p:nvSpPr>
        <p:spPr>
          <a:xfrm flipH="1">
            <a:off x="3726141" y="2133600"/>
            <a:ext cx="1" cy="3962401"/>
          </a:xfrm>
          <a:prstGeom prst="line">
            <a:avLst/>
          </a:prstGeom>
          <a:ln w="12700" cap="rnd">
            <a:solidFill>
              <a:schemeClr val="accent1">
                <a:alpha val="40000"/>
              </a:schemeClr>
            </a:solidFill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4" name="Straight Connector 17"/>
          <p:cNvSpPr/>
          <p:nvPr/>
        </p:nvSpPr>
        <p:spPr>
          <a:xfrm flipH="1">
            <a:off x="6962226" y="2133600"/>
            <a:ext cx="1" cy="3966883"/>
          </a:xfrm>
          <a:prstGeom prst="line">
            <a:avLst/>
          </a:prstGeom>
          <a:ln w="12700" cap="rnd">
            <a:solidFill>
              <a:schemeClr val="accent1">
                <a:alpha val="40000"/>
              </a:schemeClr>
            </a:solidFill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rcRect l="3613" t="0" r="0" b="0"/>
          <a:stretch>
            <a:fillRect/>
          </a:stretch>
        </p:blipFill>
        <p:spPr>
          <a:xfrm>
            <a:off x="0" y="2669684"/>
            <a:ext cx="4037013" cy="4188316"/>
          </a:xfrm>
          <a:prstGeom prst="rect">
            <a:avLst/>
          </a:prstGeom>
          <a:ln w="12700">
            <a:miter lim="400000"/>
          </a:ln>
        </p:spPr>
      </p:pic>
      <p:pic>
        <p:nvPicPr>
          <p:cNvPr id="233" name="Picture 6" descr="Picture 6"/>
          <p:cNvPicPr>
            <a:picLocks noChangeAspect="1"/>
          </p:cNvPicPr>
          <p:nvPr/>
        </p:nvPicPr>
        <p:blipFill>
          <a:blip r:embed="rId3">
            <a:extLst/>
          </a:blip>
          <a:srcRect l="35640" t="0" r="0" b="0"/>
          <a:stretch>
            <a:fillRect/>
          </a:stretch>
        </p:blipFill>
        <p:spPr>
          <a:xfrm>
            <a:off x="-1" y="2892346"/>
            <a:ext cx="1522414" cy="2365454"/>
          </a:xfrm>
          <a:prstGeom prst="rect">
            <a:avLst/>
          </a:prstGeom>
          <a:ln w="12700">
            <a:miter lim="400000"/>
          </a:ln>
        </p:spPr>
      </p:pic>
      <p:sp>
        <p:nvSpPr>
          <p:cNvPr id="234" name="Oval 15"/>
          <p:cNvSpPr/>
          <p:nvPr/>
        </p:nvSpPr>
        <p:spPr>
          <a:xfrm>
            <a:off x="8609011" y="1676400"/>
            <a:ext cx="2819401" cy="2819400"/>
          </a:xfrm>
          <a:prstGeom prst="ellipse">
            <a:avLst/>
          </a:prstGeom>
          <a:gradFill>
            <a:gsLst>
              <a:gs pos="0">
                <a:srgbClr val="82B1E5">
                  <a:alpha val="7000"/>
                </a:srgbClr>
              </a:gs>
              <a:gs pos="36000">
                <a:srgbClr val="82B1E5">
                  <a:alpha val="6000"/>
                </a:srgbClr>
              </a:gs>
              <a:gs pos="69000">
                <a:srgbClr val="82B1E5">
                  <a:alpha val="0"/>
                </a:srgbClr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235" name="Picture 8" descr="Picture 8"/>
          <p:cNvPicPr>
            <a:picLocks noChangeAspect="1"/>
          </p:cNvPicPr>
          <p:nvPr/>
        </p:nvPicPr>
        <p:blipFill>
          <a:blip r:embed="rId4">
            <a:extLst/>
          </a:blip>
          <a:srcRect l="0" t="28812" r="0" b="0"/>
          <a:stretch>
            <a:fillRect/>
          </a:stretch>
        </p:blipFill>
        <p:spPr>
          <a:xfrm>
            <a:off x="7999411" y="-1"/>
            <a:ext cx="1603388" cy="1141408"/>
          </a:xfrm>
          <a:prstGeom prst="rect">
            <a:avLst/>
          </a:prstGeom>
          <a:ln w="12700">
            <a:miter lim="400000"/>
          </a:ln>
        </p:spPr>
      </p:pic>
      <p:pic>
        <p:nvPicPr>
          <p:cNvPr id="236" name="Picture 9" descr="Picture 9"/>
          <p:cNvPicPr>
            <a:picLocks noChangeAspect="1"/>
          </p:cNvPicPr>
          <p:nvPr/>
        </p:nvPicPr>
        <p:blipFill>
          <a:blip r:embed="rId5">
            <a:extLst/>
          </a:blip>
          <a:srcRect l="0" t="0" r="0" b="23320"/>
          <a:stretch>
            <a:fillRect/>
          </a:stretch>
        </p:blipFill>
        <p:spPr>
          <a:xfrm>
            <a:off x="8609011" y="6096000"/>
            <a:ext cx="993735" cy="762000"/>
          </a:xfrm>
          <a:prstGeom prst="rect">
            <a:avLst/>
          </a:prstGeom>
          <a:ln w="12700">
            <a:miter lim="400000"/>
          </a:ln>
        </p:spPr>
      </p:pic>
      <p:sp>
        <p:nvSpPr>
          <p:cNvPr id="237" name="Rectangle 13"/>
          <p:cNvSpPr/>
          <p:nvPr/>
        </p:nvSpPr>
        <p:spPr>
          <a:xfrm>
            <a:off x="10437811" y="0"/>
            <a:ext cx="685801" cy="11430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45000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8" name="Title Text"/>
          <p:cNvSpPr txBox="1"/>
          <p:nvPr>
            <p:ph type="title"/>
          </p:nvPr>
        </p:nvSpPr>
        <p:spPr>
          <a:xfrm>
            <a:off x="646110" y="452718"/>
            <a:ext cx="9404724" cy="140053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239" name="Body Level One…"/>
          <p:cNvSpPr txBox="1"/>
          <p:nvPr>
            <p:ph type="body" sz="quarter" idx="1"/>
          </p:nvPr>
        </p:nvSpPr>
        <p:spPr>
          <a:xfrm>
            <a:off x="652462" y="4250949"/>
            <a:ext cx="2940051" cy="576263"/>
          </a:xfrm>
          <a:prstGeom prst="rect">
            <a:avLst/>
          </a:prstGeom>
        </p:spPr>
        <p:txBody>
          <a:bodyPr anchor="b"/>
          <a:lstStyle>
            <a:lvl1pPr marL="0" indent="0">
              <a:buClrTx/>
              <a:buSzTx/>
              <a:buNone/>
              <a:defRPr sz="2400">
                <a:solidFill>
                  <a:schemeClr val="accent1"/>
                </a:solidFill>
              </a:defRPr>
            </a:lvl1pPr>
            <a:lvl2pPr marL="0" indent="457200">
              <a:buClrTx/>
              <a:buSzTx/>
              <a:buNone/>
              <a:defRPr sz="2400">
                <a:solidFill>
                  <a:schemeClr val="accent1"/>
                </a:solidFill>
              </a:defRPr>
            </a:lvl2pPr>
            <a:lvl3pPr marL="0" indent="914400">
              <a:buClrTx/>
              <a:buSzTx/>
              <a:buNone/>
              <a:defRPr sz="2400">
                <a:solidFill>
                  <a:schemeClr val="accent1"/>
                </a:solidFill>
              </a:defRPr>
            </a:lvl3pPr>
            <a:lvl4pPr marL="0" indent="1371600">
              <a:buClrTx/>
              <a:buSzTx/>
              <a:buNone/>
              <a:defRPr sz="2400">
                <a:solidFill>
                  <a:schemeClr val="accent1"/>
                </a:solidFill>
              </a:defRPr>
            </a:lvl4pPr>
            <a:lvl5pPr marL="0" indent="1828800">
              <a:buClrTx/>
              <a:buSzTx/>
              <a:buNone/>
              <a:defRPr sz="2400">
                <a:solidFill>
                  <a:schemeClr val="accent1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40" name="Picture Placeholder 2"/>
          <p:cNvSpPr/>
          <p:nvPr>
            <p:ph type="pic" sz="quarter" idx="21"/>
          </p:nvPr>
        </p:nvSpPr>
        <p:spPr>
          <a:xfrm>
            <a:off x="652462" y="2209800"/>
            <a:ext cx="2940051" cy="1524000"/>
          </a:xfrm>
          <a:prstGeom prst="rect">
            <a:avLst/>
          </a:prstGeom>
          <a:effectLst>
            <a:outerShdw sx="100000" sy="100000" kx="0" ky="0" algn="b" rotWithShape="0" blurRad="50800" dist="50800" dir="5400000">
              <a:srgbClr val="000000">
                <a:alpha val="43000"/>
              </a:srgbClr>
            </a:outerShdw>
          </a:effectLst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241" name="Text Placeholder 3"/>
          <p:cNvSpPr/>
          <p:nvPr>
            <p:ph type="body" sz="quarter" idx="22"/>
          </p:nvPr>
        </p:nvSpPr>
        <p:spPr>
          <a:xfrm>
            <a:off x="652462" y="4827211"/>
            <a:ext cx="2940051" cy="659190"/>
          </a:xfrm>
          <a:prstGeom prst="rect">
            <a:avLst/>
          </a:prstGeom>
        </p:spPr>
        <p:txBody>
          <a:bodyPr/>
          <a:lstStyle/>
          <a:p>
            <a:pPr marL="0" indent="0">
              <a:buClrTx/>
              <a:buSzTx/>
              <a:buNone/>
              <a:defRPr sz="1400"/>
            </a:pPr>
          </a:p>
        </p:txBody>
      </p:sp>
      <p:sp>
        <p:nvSpPr>
          <p:cNvPr id="242" name="Text Placeholder 4"/>
          <p:cNvSpPr/>
          <p:nvPr>
            <p:ph type="body" sz="quarter" idx="23"/>
          </p:nvPr>
        </p:nvSpPr>
        <p:spPr>
          <a:xfrm>
            <a:off x="3889375" y="4250949"/>
            <a:ext cx="2930525" cy="576263"/>
          </a:xfrm>
          <a:prstGeom prst="rect">
            <a:avLst/>
          </a:prstGeom>
        </p:spPr>
        <p:txBody>
          <a:bodyPr anchor="b"/>
          <a:lstStyle/>
          <a:p>
            <a:pPr marL="0" indent="0">
              <a:buClrTx/>
              <a:buSzTx/>
              <a:buNone/>
              <a:defRPr sz="2400">
                <a:solidFill>
                  <a:schemeClr val="accent1"/>
                </a:solidFill>
              </a:defRPr>
            </a:pPr>
          </a:p>
        </p:txBody>
      </p:sp>
      <p:sp>
        <p:nvSpPr>
          <p:cNvPr id="243" name="Picture Placeholder 2"/>
          <p:cNvSpPr/>
          <p:nvPr>
            <p:ph type="pic" sz="quarter" idx="24"/>
          </p:nvPr>
        </p:nvSpPr>
        <p:spPr>
          <a:xfrm>
            <a:off x="3889373" y="2209800"/>
            <a:ext cx="2930526" cy="1524000"/>
          </a:xfrm>
          <a:prstGeom prst="rect">
            <a:avLst/>
          </a:prstGeom>
          <a:effectLst>
            <a:outerShdw sx="100000" sy="100000" kx="0" ky="0" algn="b" rotWithShape="0" blurRad="50800" dist="50800" dir="5400000">
              <a:srgbClr val="000000">
                <a:alpha val="43000"/>
              </a:srgbClr>
            </a:outerShdw>
          </a:effectLst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244" name="Text Placeholder 3"/>
          <p:cNvSpPr/>
          <p:nvPr>
            <p:ph type="body" sz="quarter" idx="25"/>
          </p:nvPr>
        </p:nvSpPr>
        <p:spPr>
          <a:xfrm>
            <a:off x="3888021" y="4827210"/>
            <a:ext cx="2934407" cy="659189"/>
          </a:xfrm>
          <a:prstGeom prst="rect">
            <a:avLst/>
          </a:prstGeom>
        </p:spPr>
        <p:txBody>
          <a:bodyPr/>
          <a:lstStyle/>
          <a:p>
            <a:pPr marL="0" indent="0">
              <a:buClrTx/>
              <a:buSzTx/>
              <a:buNone/>
              <a:defRPr sz="1400"/>
            </a:pPr>
          </a:p>
        </p:txBody>
      </p:sp>
      <p:sp>
        <p:nvSpPr>
          <p:cNvPr id="245" name="Text Placeholder 4"/>
          <p:cNvSpPr/>
          <p:nvPr>
            <p:ph type="body" sz="quarter" idx="26"/>
          </p:nvPr>
        </p:nvSpPr>
        <p:spPr>
          <a:xfrm>
            <a:off x="7124699" y="4250949"/>
            <a:ext cx="2932115" cy="576263"/>
          </a:xfrm>
          <a:prstGeom prst="rect">
            <a:avLst/>
          </a:prstGeom>
        </p:spPr>
        <p:txBody>
          <a:bodyPr anchor="b"/>
          <a:lstStyle/>
          <a:p>
            <a:pPr marL="0" indent="0">
              <a:buClrTx/>
              <a:buSzTx/>
              <a:buNone/>
              <a:defRPr sz="2400">
                <a:solidFill>
                  <a:schemeClr val="accent1"/>
                </a:solidFill>
              </a:defRPr>
            </a:pPr>
          </a:p>
        </p:txBody>
      </p:sp>
      <p:sp>
        <p:nvSpPr>
          <p:cNvPr id="246" name="Picture Placeholder 2"/>
          <p:cNvSpPr/>
          <p:nvPr>
            <p:ph type="pic" sz="quarter" idx="27"/>
          </p:nvPr>
        </p:nvSpPr>
        <p:spPr>
          <a:xfrm>
            <a:off x="7124699" y="2209800"/>
            <a:ext cx="2932114" cy="1524000"/>
          </a:xfrm>
          <a:prstGeom prst="rect">
            <a:avLst/>
          </a:prstGeom>
          <a:effectLst>
            <a:outerShdw sx="100000" sy="100000" kx="0" ky="0" algn="b" rotWithShape="0" blurRad="50800" dist="50800" dir="5400000">
              <a:srgbClr val="000000">
                <a:alpha val="43000"/>
              </a:srgbClr>
            </a:outerShdw>
          </a:effectLst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247" name="Text Placeholder 3"/>
          <p:cNvSpPr/>
          <p:nvPr>
            <p:ph type="body" sz="quarter" idx="28"/>
          </p:nvPr>
        </p:nvSpPr>
        <p:spPr>
          <a:xfrm>
            <a:off x="7124575" y="4827208"/>
            <a:ext cx="2935998" cy="659190"/>
          </a:xfrm>
          <a:prstGeom prst="rect">
            <a:avLst/>
          </a:prstGeom>
        </p:spPr>
        <p:txBody>
          <a:bodyPr/>
          <a:lstStyle/>
          <a:p>
            <a:pPr marL="0" indent="0">
              <a:buClrTx/>
              <a:buSzTx/>
              <a:buNone/>
              <a:defRPr sz="1400"/>
            </a:pPr>
          </a:p>
        </p:txBody>
      </p:sp>
      <p:sp>
        <p:nvSpPr>
          <p:cNvPr id="248" name="Straight Connector 16"/>
          <p:cNvSpPr/>
          <p:nvPr/>
        </p:nvSpPr>
        <p:spPr>
          <a:xfrm flipH="1">
            <a:off x="3726141" y="2133600"/>
            <a:ext cx="1" cy="3962401"/>
          </a:xfrm>
          <a:prstGeom prst="line">
            <a:avLst/>
          </a:prstGeom>
          <a:ln w="12700" cap="rnd">
            <a:solidFill>
              <a:schemeClr val="accent1">
                <a:alpha val="40000"/>
              </a:schemeClr>
            </a:solidFill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9" name="Straight Connector 17"/>
          <p:cNvSpPr/>
          <p:nvPr/>
        </p:nvSpPr>
        <p:spPr>
          <a:xfrm flipH="1">
            <a:off x="6962226" y="2133600"/>
            <a:ext cx="1" cy="3966883"/>
          </a:xfrm>
          <a:prstGeom prst="line">
            <a:avLst/>
          </a:prstGeom>
          <a:ln w="12700" cap="rnd">
            <a:solidFill>
              <a:schemeClr val="accent1">
                <a:alpha val="40000"/>
              </a:schemeClr>
            </a:solidFill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slideLayout" Target="../slideLayouts/slideLayout1.xml"/><Relationship Id="rId8" Type="http://schemas.openxmlformats.org/officeDocument/2006/relationships/slideLayout" Target="../slideLayouts/slideLayout2.xml"/><Relationship Id="rId9" Type="http://schemas.openxmlformats.org/officeDocument/2006/relationships/slideLayout" Target="../slideLayouts/slideLayout3.xml"/><Relationship Id="rId10" Type="http://schemas.openxmlformats.org/officeDocument/2006/relationships/slideLayout" Target="../slideLayouts/slideLayout4.xml"/><Relationship Id="rId11" Type="http://schemas.openxmlformats.org/officeDocument/2006/relationships/slideLayout" Target="../slideLayouts/slideLayout5.xml"/><Relationship Id="rId12" Type="http://schemas.openxmlformats.org/officeDocument/2006/relationships/slideLayout" Target="../slideLayouts/slideLayout6.xml"/><Relationship Id="rId13" Type="http://schemas.openxmlformats.org/officeDocument/2006/relationships/slideLayout" Target="../slideLayouts/slideLayout7.xml"/><Relationship Id="rId14" Type="http://schemas.openxmlformats.org/officeDocument/2006/relationships/slideLayout" Target="../slideLayouts/slideLayout8.xml"/><Relationship Id="rId15" Type="http://schemas.openxmlformats.org/officeDocument/2006/relationships/slideLayout" Target="../slideLayouts/slideLayout9.xml"/><Relationship Id="rId16" Type="http://schemas.openxmlformats.org/officeDocument/2006/relationships/slideLayout" Target="../slideLayouts/slideLayout10.xml"/><Relationship Id="rId17" Type="http://schemas.openxmlformats.org/officeDocument/2006/relationships/slideLayout" Target="../slideLayouts/slideLayout11.xml"/><Relationship Id="rId18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13.xml"/><Relationship Id="rId20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1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Picture 7"/>
          <p:cNvPicPr>
            <a:picLocks noChangeAspect="1"/>
          </p:cNvPicPr>
          <p:nvPr/>
        </p:nvPicPr>
        <p:blipFill>
          <a:blip r:embed="rId3">
            <a:extLst/>
          </a:blip>
          <a:srcRect l="3613" t="0" r="0" b="0"/>
          <a:stretch>
            <a:fillRect/>
          </a:stretch>
        </p:blipFill>
        <p:spPr>
          <a:xfrm>
            <a:off x="0" y="2669684"/>
            <a:ext cx="4037013" cy="4188316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Picture 6" descr="Picture 6"/>
          <p:cNvPicPr>
            <a:picLocks noChangeAspect="1"/>
          </p:cNvPicPr>
          <p:nvPr/>
        </p:nvPicPr>
        <p:blipFill>
          <a:blip r:embed="rId4">
            <a:extLst/>
          </a:blip>
          <a:srcRect l="35640" t="0" r="0" b="0"/>
          <a:stretch>
            <a:fillRect/>
          </a:stretch>
        </p:blipFill>
        <p:spPr>
          <a:xfrm>
            <a:off x="-1" y="2892346"/>
            <a:ext cx="1522414" cy="2365454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Oval 15"/>
          <p:cNvSpPr/>
          <p:nvPr/>
        </p:nvSpPr>
        <p:spPr>
          <a:xfrm>
            <a:off x="8609011" y="1676400"/>
            <a:ext cx="2819401" cy="2819400"/>
          </a:xfrm>
          <a:prstGeom prst="ellipse">
            <a:avLst/>
          </a:prstGeom>
          <a:gradFill>
            <a:gsLst>
              <a:gs pos="0">
                <a:srgbClr val="82B1E5">
                  <a:alpha val="7000"/>
                </a:srgbClr>
              </a:gs>
              <a:gs pos="36000">
                <a:srgbClr val="82B1E5">
                  <a:alpha val="6000"/>
                </a:srgbClr>
              </a:gs>
              <a:gs pos="69000">
                <a:srgbClr val="82B1E5">
                  <a:alpha val="0"/>
                </a:srgbClr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5" name="Picture 8" descr="Picture 8"/>
          <p:cNvPicPr>
            <a:picLocks noChangeAspect="1"/>
          </p:cNvPicPr>
          <p:nvPr/>
        </p:nvPicPr>
        <p:blipFill>
          <a:blip r:embed="rId5">
            <a:extLst/>
          </a:blip>
          <a:srcRect l="0" t="28812" r="0" b="0"/>
          <a:stretch>
            <a:fillRect/>
          </a:stretch>
        </p:blipFill>
        <p:spPr>
          <a:xfrm>
            <a:off x="7999411" y="-1"/>
            <a:ext cx="1603388" cy="1141408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Picture 9" descr="Picture 9"/>
          <p:cNvPicPr>
            <a:picLocks noChangeAspect="1"/>
          </p:cNvPicPr>
          <p:nvPr/>
        </p:nvPicPr>
        <p:blipFill>
          <a:blip r:embed="rId6">
            <a:extLst/>
          </a:blip>
          <a:srcRect l="0" t="0" r="0" b="23320"/>
          <a:stretch>
            <a:fillRect/>
          </a:stretch>
        </p:blipFill>
        <p:spPr>
          <a:xfrm>
            <a:off x="8609011" y="6096000"/>
            <a:ext cx="993735" cy="762000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Rectangle 13"/>
          <p:cNvSpPr/>
          <p:nvPr/>
        </p:nvSpPr>
        <p:spPr>
          <a:xfrm>
            <a:off x="10437811" y="0"/>
            <a:ext cx="685801" cy="11430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45000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Title Text"/>
          <p:cNvSpPr txBox="1"/>
          <p:nvPr>
            <p:ph type="title"/>
          </p:nvPr>
        </p:nvSpPr>
        <p:spPr>
          <a:xfrm>
            <a:off x="609600" y="274637"/>
            <a:ext cx="10972800" cy="1325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Title Text</a:t>
            </a:r>
          </a:p>
        </p:txBody>
      </p:sp>
      <p:sp>
        <p:nvSpPr>
          <p:cNvPr id="9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" name="Slide Number"/>
          <p:cNvSpPr txBox="1"/>
          <p:nvPr>
            <p:ph type="sldNum" sz="quarter" idx="2"/>
          </p:nvPr>
        </p:nvSpPr>
        <p:spPr>
          <a:xfrm>
            <a:off x="10522496" y="540176"/>
            <a:ext cx="498287" cy="52324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b">
            <a:spAutoFit/>
          </a:bodyPr>
          <a:lstStyle>
            <a:lvl1pPr algn="ctr">
              <a:defRPr sz="2800"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7"/>
    <p:sldLayoutId id="2147483650" r:id="rId8"/>
    <p:sldLayoutId id="2147483651" r:id="rId9"/>
    <p:sldLayoutId id="2147483652" r:id="rId10"/>
    <p:sldLayoutId id="2147483653" r:id="rId11"/>
    <p:sldLayoutId id="2147483654" r:id="rId12"/>
    <p:sldLayoutId id="2147483655" r:id="rId13"/>
    <p:sldLayoutId id="2147483656" r:id="rId14"/>
    <p:sldLayoutId id="2147483657" r:id="rId15"/>
    <p:sldLayoutId id="2147483658" r:id="rId16"/>
    <p:sldLayoutId id="2147483659" r:id="rId17"/>
    <p:sldLayoutId id="2147483660" r:id="rId18"/>
    <p:sldLayoutId id="2147483661" r:id="rId19"/>
    <p:sldLayoutId id="2147483662" r:id="rId20"/>
    <p:sldLayoutId id="2147483663" r:id="rId21"/>
  </p:sldLayoutIdLst>
  <p:transition xmlns:p14="http://schemas.microsoft.com/office/powerpoint/2010/main" spd="med" advClick="1"/>
  <p:txStyles>
    <p:titleStyle>
      <a:lvl1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DBEFF9"/>
          </a:solidFill>
          <a:uFillTx/>
          <a:latin typeface="+mn-lt"/>
          <a:ea typeface="+mn-ea"/>
          <a:cs typeface="+mn-cs"/>
          <a:sym typeface="Century Gothic"/>
        </a:defRPr>
      </a:lvl1pPr>
      <a:lvl2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DBEFF9"/>
          </a:solidFill>
          <a:uFillTx/>
          <a:latin typeface="+mn-lt"/>
          <a:ea typeface="+mn-ea"/>
          <a:cs typeface="+mn-cs"/>
          <a:sym typeface="Century Gothic"/>
        </a:defRPr>
      </a:lvl2pPr>
      <a:lvl3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DBEFF9"/>
          </a:solidFill>
          <a:uFillTx/>
          <a:latin typeface="+mn-lt"/>
          <a:ea typeface="+mn-ea"/>
          <a:cs typeface="+mn-cs"/>
          <a:sym typeface="Century Gothic"/>
        </a:defRPr>
      </a:lvl3pPr>
      <a:lvl4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DBEFF9"/>
          </a:solidFill>
          <a:uFillTx/>
          <a:latin typeface="+mn-lt"/>
          <a:ea typeface="+mn-ea"/>
          <a:cs typeface="+mn-cs"/>
          <a:sym typeface="Century Gothic"/>
        </a:defRPr>
      </a:lvl4pPr>
      <a:lvl5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DBEFF9"/>
          </a:solidFill>
          <a:uFillTx/>
          <a:latin typeface="+mn-lt"/>
          <a:ea typeface="+mn-ea"/>
          <a:cs typeface="+mn-cs"/>
          <a:sym typeface="Century Gothic"/>
        </a:defRPr>
      </a:lvl5pPr>
      <a:lvl6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DBEFF9"/>
          </a:solidFill>
          <a:uFillTx/>
          <a:latin typeface="+mn-lt"/>
          <a:ea typeface="+mn-ea"/>
          <a:cs typeface="+mn-cs"/>
          <a:sym typeface="Century Gothic"/>
        </a:defRPr>
      </a:lvl6pPr>
      <a:lvl7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DBEFF9"/>
          </a:solidFill>
          <a:uFillTx/>
          <a:latin typeface="+mn-lt"/>
          <a:ea typeface="+mn-ea"/>
          <a:cs typeface="+mn-cs"/>
          <a:sym typeface="Century Gothic"/>
        </a:defRPr>
      </a:lvl7pPr>
      <a:lvl8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DBEFF9"/>
          </a:solidFill>
          <a:uFillTx/>
          <a:latin typeface="+mn-lt"/>
          <a:ea typeface="+mn-ea"/>
          <a:cs typeface="+mn-cs"/>
          <a:sym typeface="Century Gothic"/>
        </a:defRPr>
      </a:lvl8pPr>
      <a:lvl9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200" u="none">
          <a:solidFill>
            <a:srgbClr val="DBEFF9"/>
          </a:solidFill>
          <a:uFillTx/>
          <a:latin typeface="+mn-lt"/>
          <a:ea typeface="+mn-ea"/>
          <a:cs typeface="+mn-cs"/>
          <a:sym typeface="Century Gothic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chemeClr val="accent1"/>
        </a:buClr>
        <a:buSzPct val="80000"/>
        <a:buFontTx/>
        <a:buChar char=""/>
        <a:tabLst/>
        <a:defRPr b="0" baseline="0" cap="none" i="0" spc="0" strike="noStrike" sz="2000" u="none">
          <a:solidFill>
            <a:srgbClr val="FFFFFF"/>
          </a:solidFill>
          <a:uFillTx/>
          <a:latin typeface="+mn-lt"/>
          <a:ea typeface="+mn-ea"/>
          <a:cs typeface="+mn-cs"/>
          <a:sym typeface="Century Gothic"/>
        </a:defRPr>
      </a:lvl1pPr>
      <a:lvl2pPr marL="774700" marR="0" indent="-317500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chemeClr val="accent1"/>
        </a:buClr>
        <a:buSzPct val="80000"/>
        <a:buFontTx/>
        <a:buChar char=""/>
        <a:tabLst/>
        <a:defRPr b="0" baseline="0" cap="none" i="0" spc="0" strike="noStrike" sz="2000" u="none">
          <a:solidFill>
            <a:srgbClr val="FFFFFF"/>
          </a:solidFill>
          <a:uFillTx/>
          <a:latin typeface="+mn-lt"/>
          <a:ea typeface="+mn-ea"/>
          <a:cs typeface="+mn-cs"/>
          <a:sym typeface="Century Gothic"/>
        </a:defRPr>
      </a:lvl2pPr>
      <a:lvl3pPr marL="1200150" marR="0" indent="-285750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chemeClr val="accent1"/>
        </a:buClr>
        <a:buSzPct val="80000"/>
        <a:buFontTx/>
        <a:buChar char=""/>
        <a:tabLst/>
        <a:defRPr b="0" baseline="0" cap="none" i="0" spc="0" strike="noStrike" sz="2000" u="none">
          <a:solidFill>
            <a:srgbClr val="FFFFFF"/>
          </a:solidFill>
          <a:uFillTx/>
          <a:latin typeface="+mn-lt"/>
          <a:ea typeface="+mn-ea"/>
          <a:cs typeface="+mn-cs"/>
          <a:sym typeface="Century Gothic"/>
        </a:defRPr>
      </a:lvl3pPr>
      <a:lvl4pPr marL="1698171" marR="0" indent="-326571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chemeClr val="accent1"/>
        </a:buClr>
        <a:buSzPct val="80000"/>
        <a:buFontTx/>
        <a:buChar char=""/>
        <a:tabLst/>
        <a:defRPr b="0" baseline="0" cap="none" i="0" spc="0" strike="noStrike" sz="2000" u="none">
          <a:solidFill>
            <a:srgbClr val="FFFFFF"/>
          </a:solidFill>
          <a:uFillTx/>
          <a:latin typeface="+mn-lt"/>
          <a:ea typeface="+mn-ea"/>
          <a:cs typeface="+mn-cs"/>
          <a:sym typeface="Century Gothic"/>
        </a:defRPr>
      </a:lvl4pPr>
      <a:lvl5pPr marL="2155371" marR="0" indent="-326571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chemeClr val="accent1"/>
        </a:buClr>
        <a:buSzPct val="80000"/>
        <a:buFontTx/>
        <a:buChar char=""/>
        <a:tabLst/>
        <a:defRPr b="0" baseline="0" cap="none" i="0" spc="0" strike="noStrike" sz="2000" u="none">
          <a:solidFill>
            <a:srgbClr val="FFFFFF"/>
          </a:solidFill>
          <a:uFillTx/>
          <a:latin typeface="+mn-lt"/>
          <a:ea typeface="+mn-ea"/>
          <a:cs typeface="+mn-cs"/>
          <a:sym typeface="Century Gothic"/>
        </a:defRPr>
      </a:lvl5pPr>
      <a:lvl6pPr marL="2612571" marR="0" indent="-326571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chemeClr val="accent1"/>
        </a:buClr>
        <a:buSzPct val="80000"/>
        <a:buFontTx/>
        <a:buChar char=""/>
        <a:tabLst/>
        <a:defRPr b="0" baseline="0" cap="none" i="0" spc="0" strike="noStrike" sz="2000" u="none">
          <a:solidFill>
            <a:srgbClr val="FFFFFF"/>
          </a:solidFill>
          <a:uFillTx/>
          <a:latin typeface="+mn-lt"/>
          <a:ea typeface="+mn-ea"/>
          <a:cs typeface="+mn-cs"/>
          <a:sym typeface="Century Gothic"/>
        </a:defRPr>
      </a:lvl6pPr>
      <a:lvl7pPr marL="3069771" marR="0" indent="-326571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chemeClr val="accent1"/>
        </a:buClr>
        <a:buSzPct val="80000"/>
        <a:buFontTx/>
        <a:buChar char=""/>
        <a:tabLst/>
        <a:defRPr b="0" baseline="0" cap="none" i="0" spc="0" strike="noStrike" sz="2000" u="none">
          <a:solidFill>
            <a:srgbClr val="FFFFFF"/>
          </a:solidFill>
          <a:uFillTx/>
          <a:latin typeface="+mn-lt"/>
          <a:ea typeface="+mn-ea"/>
          <a:cs typeface="+mn-cs"/>
          <a:sym typeface="Century Gothic"/>
        </a:defRPr>
      </a:lvl7pPr>
      <a:lvl8pPr marL="3526971" marR="0" indent="-326571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chemeClr val="accent1"/>
        </a:buClr>
        <a:buSzPct val="80000"/>
        <a:buFontTx/>
        <a:buChar char=""/>
        <a:tabLst/>
        <a:defRPr b="0" baseline="0" cap="none" i="0" spc="0" strike="noStrike" sz="2000" u="none">
          <a:solidFill>
            <a:srgbClr val="FFFFFF"/>
          </a:solidFill>
          <a:uFillTx/>
          <a:latin typeface="+mn-lt"/>
          <a:ea typeface="+mn-ea"/>
          <a:cs typeface="+mn-cs"/>
          <a:sym typeface="Century Gothic"/>
        </a:defRPr>
      </a:lvl8pPr>
      <a:lvl9pPr marL="3984171" marR="0" indent="-326571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chemeClr val="accent1"/>
        </a:buClr>
        <a:buSzPct val="80000"/>
        <a:buFontTx/>
        <a:buChar char=""/>
        <a:tabLst/>
        <a:defRPr b="0" baseline="0" cap="none" i="0" spc="0" strike="noStrike" sz="2000" u="none">
          <a:solidFill>
            <a:srgbClr val="FFFFFF"/>
          </a:solidFill>
          <a:uFillTx/>
          <a:latin typeface="+mn-lt"/>
          <a:ea typeface="+mn-ea"/>
          <a:cs typeface="+mn-cs"/>
          <a:sym typeface="Century Gothic"/>
        </a:defRPr>
      </a:lvl9pPr>
    </p:bodyStyle>
    <p:other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chemeClr val="tx1"/>
          </a:solidFill>
          <a:uFillTx/>
          <a:latin typeface="+mn-lt"/>
          <a:ea typeface="+mn-ea"/>
          <a:cs typeface="+mn-cs"/>
          <a:sym typeface="Century Gothic"/>
        </a:defRPr>
      </a:lvl1pPr>
      <a:lvl2pPr marL="0" marR="0" indent="4572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chemeClr val="tx1"/>
          </a:solidFill>
          <a:uFillTx/>
          <a:latin typeface="+mn-lt"/>
          <a:ea typeface="+mn-ea"/>
          <a:cs typeface="+mn-cs"/>
          <a:sym typeface="Century Gothic"/>
        </a:defRPr>
      </a:lvl2pPr>
      <a:lvl3pPr marL="0" marR="0" indent="9144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chemeClr val="tx1"/>
          </a:solidFill>
          <a:uFillTx/>
          <a:latin typeface="+mn-lt"/>
          <a:ea typeface="+mn-ea"/>
          <a:cs typeface="+mn-cs"/>
          <a:sym typeface="Century Gothic"/>
        </a:defRPr>
      </a:lvl3pPr>
      <a:lvl4pPr marL="0" marR="0" indent="13716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chemeClr val="tx1"/>
          </a:solidFill>
          <a:uFillTx/>
          <a:latin typeface="+mn-lt"/>
          <a:ea typeface="+mn-ea"/>
          <a:cs typeface="+mn-cs"/>
          <a:sym typeface="Century Gothic"/>
        </a:defRPr>
      </a:lvl4pPr>
      <a:lvl5pPr marL="0" marR="0" indent="18288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chemeClr val="tx1"/>
          </a:solidFill>
          <a:uFillTx/>
          <a:latin typeface="+mn-lt"/>
          <a:ea typeface="+mn-ea"/>
          <a:cs typeface="+mn-cs"/>
          <a:sym typeface="Century Gothic"/>
        </a:defRPr>
      </a:lvl5pPr>
      <a:lvl6pPr marL="0" marR="0" indent="22860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chemeClr val="tx1"/>
          </a:solidFill>
          <a:uFillTx/>
          <a:latin typeface="+mn-lt"/>
          <a:ea typeface="+mn-ea"/>
          <a:cs typeface="+mn-cs"/>
          <a:sym typeface="Century Gothic"/>
        </a:defRPr>
      </a:lvl6pPr>
      <a:lvl7pPr marL="0" marR="0" indent="27432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chemeClr val="tx1"/>
          </a:solidFill>
          <a:uFillTx/>
          <a:latin typeface="+mn-lt"/>
          <a:ea typeface="+mn-ea"/>
          <a:cs typeface="+mn-cs"/>
          <a:sym typeface="Century Gothic"/>
        </a:defRPr>
      </a:lvl7pPr>
      <a:lvl8pPr marL="0" marR="0" indent="32004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chemeClr val="tx1"/>
          </a:solidFill>
          <a:uFillTx/>
          <a:latin typeface="+mn-lt"/>
          <a:ea typeface="+mn-ea"/>
          <a:cs typeface="+mn-cs"/>
          <a:sym typeface="Century Gothic"/>
        </a:defRPr>
      </a:lvl8pPr>
      <a:lvl9pPr marL="0" marR="0" indent="365760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chemeClr val="tx1"/>
          </a:solidFill>
          <a:uFillTx/>
          <a:latin typeface="+mn-lt"/>
          <a:ea typeface="+mn-ea"/>
          <a:cs typeface="+mn-cs"/>
          <a:sym typeface="Century Gothic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3" Type="http://schemas.openxmlformats.org/officeDocument/2006/relationships/image" Target="../media/image7.jpe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eg"/><Relationship Id="rId3" Type="http://schemas.openxmlformats.org/officeDocument/2006/relationships/image" Target="../media/image9.jpe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eg"/><Relationship Id="rId3" Type="http://schemas.openxmlformats.org/officeDocument/2006/relationships/image" Target="../media/image11.jpe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eg"/><Relationship Id="rId3" Type="http://schemas.openxmlformats.org/officeDocument/2006/relationships/image" Target="../media/image6.png"/><Relationship Id="rId4" Type="http://schemas.openxmlformats.org/officeDocument/2006/relationships/image" Target="../media/image12.jpe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eg"/><Relationship Id="rId3" Type="http://schemas.openxmlformats.org/officeDocument/2006/relationships/image" Target="../media/image14.jpe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Picture 45" descr="Picture 4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461" y="-1387"/>
            <a:ext cx="12189540" cy="6859387"/>
          </a:xfrm>
          <a:prstGeom prst="rect">
            <a:avLst/>
          </a:prstGeom>
          <a:ln w="12700">
            <a:miter lim="400000"/>
          </a:ln>
        </p:spPr>
      </p:pic>
      <p:pic>
        <p:nvPicPr>
          <p:cNvPr id="262" name="Picture 5" descr="Picture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-1385"/>
            <a:ext cx="12192000" cy="68607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65" name="Picture 5" descr="Picture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-1387"/>
            <a:ext cx="12189539" cy="6859387"/>
          </a:xfrm>
          <a:prstGeom prst="rect">
            <a:avLst/>
          </a:prstGeom>
          <a:ln w="12700">
            <a:miter lim="400000"/>
          </a:ln>
        </p:spPr>
      </p:pic>
      <p:pic>
        <p:nvPicPr>
          <p:cNvPr id="268" name="Picture 5" descr="Picture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-1385"/>
            <a:ext cx="12192000" cy="68607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71" name="Picture 5" descr="Picture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-1387"/>
            <a:ext cx="12189539" cy="6859387"/>
          </a:xfrm>
          <a:prstGeom prst="rect">
            <a:avLst/>
          </a:prstGeom>
          <a:ln w="12700">
            <a:miter lim="400000"/>
          </a:ln>
        </p:spPr>
      </p:pic>
      <p:pic>
        <p:nvPicPr>
          <p:cNvPr id="274" name="Picture 5" descr="Picture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-1387"/>
            <a:ext cx="12189539" cy="685938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79" name="Rectangle 4"/>
          <p:cNvGrpSpPr/>
          <p:nvPr/>
        </p:nvGrpSpPr>
        <p:grpSpPr>
          <a:xfrm>
            <a:off x="-1" y="-1387"/>
            <a:ext cx="12189540" cy="1491521"/>
            <a:chOff x="0" y="0"/>
            <a:chExt cx="12189538" cy="1491519"/>
          </a:xfrm>
        </p:grpSpPr>
        <p:sp>
          <p:nvSpPr>
            <p:cNvPr id="277" name="Rectangle"/>
            <p:cNvSpPr/>
            <p:nvPr/>
          </p:nvSpPr>
          <p:spPr>
            <a:xfrm>
              <a:off x="-1" y="-1"/>
              <a:ext cx="12189540" cy="1491521"/>
            </a:xfrm>
            <a:prstGeom prst="rect">
              <a:avLst/>
            </a:prstGeom>
            <a:solidFill>
              <a:srgbClr val="002060"/>
            </a:solidFill>
            <a:ln w="19050" cap="rnd">
              <a:solidFill>
                <a:srgbClr val="00206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78" name="Flowchart"/>
            <p:cNvSpPr txBox="1"/>
            <p:nvPr/>
          </p:nvSpPr>
          <p:spPr>
            <a:xfrm>
              <a:off x="55244" y="388889"/>
              <a:ext cx="12079050" cy="713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>
                <a:defRPr sz="4000">
                  <a:solidFill>
                    <a:srgbClr val="FFFFFF"/>
                  </a:solidFill>
                </a:defRPr>
              </a:lvl1pPr>
            </a:lstStyle>
            <a:p>
              <a:pPr/>
              <a:r>
                <a:t>  Flowchart</a:t>
              </a:r>
            </a:p>
          </p:txBody>
        </p:sp>
      </p:grpSp>
      <p:sp>
        <p:nvSpPr>
          <p:cNvPr id="280" name="Rectangle 5"/>
          <p:cNvSpPr/>
          <p:nvPr/>
        </p:nvSpPr>
        <p:spPr>
          <a:xfrm>
            <a:off x="423332" y="1778000"/>
            <a:ext cx="11430001" cy="4902200"/>
          </a:xfrm>
          <a:prstGeom prst="rect">
            <a:avLst/>
          </a:prstGeom>
          <a:solidFill>
            <a:srgbClr val="FFFFFF"/>
          </a:solidFill>
          <a:ln w="19050" cap="rnd">
            <a:solidFill>
              <a:srgbClr val="FFFFFF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281" name="Picture 9" descr="Picture 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38666" y="1761065"/>
            <a:ext cx="6189135" cy="4826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82" name="Picture 11" descr="Picture 1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-1385"/>
            <a:ext cx="12192000" cy="68607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85" name="Picture 5" descr="Picture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Ion">
  <a:themeElements>
    <a:clrScheme name="Io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000FF"/>
      </a:hlink>
      <a:folHlink>
        <a:srgbClr val="FF00FF"/>
      </a:folHlink>
    </a:clrScheme>
    <a:fontScheme name="Ion">
      <a:majorFont>
        <a:latin typeface="Helvetica"/>
        <a:ea typeface="Helvetica"/>
        <a:cs typeface="Helvetica"/>
      </a:majorFont>
      <a:minorFont>
        <a:latin typeface="Century Gothic"/>
        <a:ea typeface="Century Gothic"/>
        <a:cs typeface="Century Gothic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5400" dir="5400000">
              <a:srgbClr val="000000">
                <a:alpha val="45000"/>
              </a:srgbClr>
            </a:outerShdw>
          </a:effectLst>
        </a:effectStyle>
        <a:effectStyle>
          <a:effectLst>
            <a:outerShdw sx="100000" sy="100000" kx="0" ky="0" algn="b" rotWithShape="0" blurRad="38100" dist="25400" dir="5400000">
              <a:srgbClr val="000000">
                <a:alpha val="45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rnd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5400" dir="5400000">
            <a:srgbClr val="000000">
              <a:alpha val="4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entury Gothic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rnd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entury Gothic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Ion">
  <a:themeElements>
    <a:clrScheme name="Io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000FF"/>
      </a:hlink>
      <a:folHlink>
        <a:srgbClr val="FF00FF"/>
      </a:folHlink>
    </a:clrScheme>
    <a:fontScheme name="Ion">
      <a:majorFont>
        <a:latin typeface="Helvetica"/>
        <a:ea typeface="Helvetica"/>
        <a:cs typeface="Helvetica"/>
      </a:majorFont>
      <a:minorFont>
        <a:latin typeface="Century Gothic"/>
        <a:ea typeface="Century Gothic"/>
        <a:cs typeface="Century Gothic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5400" dir="5400000">
              <a:srgbClr val="000000">
                <a:alpha val="45000"/>
              </a:srgbClr>
            </a:outerShdw>
          </a:effectLst>
        </a:effectStyle>
        <a:effectStyle>
          <a:effectLst>
            <a:outerShdw sx="100000" sy="100000" kx="0" ky="0" algn="b" rotWithShape="0" blurRad="38100" dist="25400" dir="5400000">
              <a:srgbClr val="000000">
                <a:alpha val="45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rnd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5400" dir="5400000">
            <a:srgbClr val="000000">
              <a:alpha val="4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entury Gothic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rnd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entury Gothic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